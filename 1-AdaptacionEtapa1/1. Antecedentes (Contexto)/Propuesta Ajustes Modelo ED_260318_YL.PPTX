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88" r:id="rId3"/>
    <p:sldId id="287" r:id="rId4"/>
    <p:sldId id="258" r:id="rId5"/>
    <p:sldId id="259" r:id="rId6"/>
    <p:sldId id="267" r:id="rId7"/>
    <p:sldId id="266" r:id="rId8"/>
    <p:sldId id="268" r:id="rId9"/>
    <p:sldId id="289" r:id="rId10"/>
    <p:sldId id="269" r:id="rId11"/>
    <p:sldId id="290" r:id="rId12"/>
    <p:sldId id="270" r:id="rId13"/>
    <p:sldId id="271" r:id="rId14"/>
    <p:sldId id="278" r:id="rId15"/>
    <p:sldId id="291" r:id="rId16"/>
    <p:sldId id="280" r:id="rId17"/>
    <p:sldId id="281" r:id="rId18"/>
    <p:sldId id="283" r:id="rId19"/>
    <p:sldId id="293" r:id="rId20"/>
    <p:sldId id="285" r:id="rId21"/>
    <p:sldId id="294" r:id="rId22"/>
    <p:sldId id="295" r:id="rId23"/>
    <p:sldId id="286" r:id="rId24"/>
  </p:sldIdLst>
  <p:sldSz cx="12192000" cy="6858000"/>
  <p:notesSz cx="7010400" cy="9236075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5D8FE2-CD46-4675-B714-87830C2E9DBF}" type="doc">
      <dgm:prSet loTypeId="urn:microsoft.com/office/officeart/2005/8/layout/lProcess2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364A532C-FAD6-43B8-8CF3-7C112A6D2848}">
      <dgm:prSet/>
      <dgm:spPr/>
      <dgm:t>
        <a:bodyPr/>
        <a:lstStyle/>
        <a:p>
          <a:pPr rtl="0"/>
          <a:r>
            <a:rPr lang="es-ES" dirty="0" smtClean="0"/>
            <a:t>Se mantiene el desarrollo de un diagnóstico con las características del modelo actual, pero adicionalmente se sugiere incluir los siguientes aspectos:</a:t>
          </a:r>
          <a:endParaRPr lang="es-MX" dirty="0"/>
        </a:p>
      </dgm:t>
    </dgm:pt>
    <dgm:pt modelId="{7D49E4C0-CCA2-4C22-A20E-5E7666D40C9F}" type="parTrans" cxnId="{724E75CD-5C7A-4A77-9445-5772090757CF}">
      <dgm:prSet/>
      <dgm:spPr/>
      <dgm:t>
        <a:bodyPr/>
        <a:lstStyle/>
        <a:p>
          <a:endParaRPr lang="es-ES"/>
        </a:p>
      </dgm:t>
    </dgm:pt>
    <dgm:pt modelId="{FDFD20A8-9F04-4451-A938-77C290A3A294}" type="sibTrans" cxnId="{724E75CD-5C7A-4A77-9445-5772090757CF}">
      <dgm:prSet/>
      <dgm:spPr/>
      <dgm:t>
        <a:bodyPr/>
        <a:lstStyle/>
        <a:p>
          <a:endParaRPr lang="es-ES"/>
        </a:p>
      </dgm:t>
    </dgm:pt>
    <dgm:pt modelId="{27655C88-825C-4259-AE48-69D4AE1A09C8}">
      <dgm:prSet/>
      <dgm:spPr/>
      <dgm:t>
        <a:bodyPr/>
        <a:lstStyle/>
        <a:p>
          <a:pPr rtl="0"/>
          <a:r>
            <a:rPr lang="es-ES" smtClean="0"/>
            <a:t>Número de grupos en la escuela</a:t>
          </a:r>
          <a:endParaRPr lang="es-MX"/>
        </a:p>
      </dgm:t>
    </dgm:pt>
    <dgm:pt modelId="{5FC8DEC5-43AF-4F1D-A792-5DC16E47FE62}" type="parTrans" cxnId="{7764C386-46AE-449E-AF7B-B263160EF94E}">
      <dgm:prSet/>
      <dgm:spPr/>
      <dgm:t>
        <a:bodyPr/>
        <a:lstStyle/>
        <a:p>
          <a:endParaRPr lang="es-ES"/>
        </a:p>
      </dgm:t>
    </dgm:pt>
    <dgm:pt modelId="{C257EA72-00BB-4C9E-878C-0453E7E82FC1}" type="sibTrans" cxnId="{7764C386-46AE-449E-AF7B-B263160EF94E}">
      <dgm:prSet/>
      <dgm:spPr/>
      <dgm:t>
        <a:bodyPr/>
        <a:lstStyle/>
        <a:p>
          <a:endParaRPr lang="es-ES"/>
        </a:p>
      </dgm:t>
    </dgm:pt>
    <dgm:pt modelId="{070C6687-AEE8-4CAC-A654-98B1924694D6}">
      <dgm:prSet/>
      <dgm:spPr/>
      <dgm:t>
        <a:bodyPr/>
        <a:lstStyle/>
        <a:p>
          <a:pPr rtl="0"/>
          <a:r>
            <a:rPr lang="es-ES" smtClean="0"/>
            <a:t>Grados que atiende en su aula</a:t>
          </a:r>
          <a:endParaRPr lang="es-MX"/>
        </a:p>
      </dgm:t>
    </dgm:pt>
    <dgm:pt modelId="{4411C765-8D4E-4721-BA63-DF9C30956F94}" type="parTrans" cxnId="{3E742F10-5FCA-4EB8-B348-BD019C0EE7D8}">
      <dgm:prSet/>
      <dgm:spPr/>
      <dgm:t>
        <a:bodyPr/>
        <a:lstStyle/>
        <a:p>
          <a:endParaRPr lang="es-ES"/>
        </a:p>
      </dgm:t>
    </dgm:pt>
    <dgm:pt modelId="{24A7E4EB-FCBB-498A-B74E-B2FCB49C03E8}" type="sibTrans" cxnId="{3E742F10-5FCA-4EB8-B348-BD019C0EE7D8}">
      <dgm:prSet/>
      <dgm:spPr/>
      <dgm:t>
        <a:bodyPr/>
        <a:lstStyle/>
        <a:p>
          <a:endParaRPr lang="es-ES"/>
        </a:p>
      </dgm:t>
    </dgm:pt>
    <dgm:pt modelId="{CF061C50-69A9-45B7-B263-0342C71FAA82}">
      <dgm:prSet/>
      <dgm:spPr/>
      <dgm:t>
        <a:bodyPr/>
        <a:lstStyle/>
        <a:p>
          <a:pPr rtl="0"/>
          <a:r>
            <a:rPr lang="es-ES" smtClean="0"/>
            <a:t>Organización escolar  (unidocente, bidocente, tridocente)</a:t>
          </a:r>
          <a:endParaRPr lang="es-MX"/>
        </a:p>
      </dgm:t>
    </dgm:pt>
    <dgm:pt modelId="{4B843A36-5505-4C63-8D21-A08E8E4024A9}" type="parTrans" cxnId="{F0F8D414-C72B-4362-AD80-2BD68B7D9DD6}">
      <dgm:prSet/>
      <dgm:spPr/>
      <dgm:t>
        <a:bodyPr/>
        <a:lstStyle/>
        <a:p>
          <a:endParaRPr lang="es-ES"/>
        </a:p>
      </dgm:t>
    </dgm:pt>
    <dgm:pt modelId="{F7AEFCF9-7A14-4DCC-821F-FB9993EEFCBC}" type="sibTrans" cxnId="{F0F8D414-C72B-4362-AD80-2BD68B7D9DD6}">
      <dgm:prSet/>
      <dgm:spPr/>
      <dgm:t>
        <a:bodyPr/>
        <a:lstStyle/>
        <a:p>
          <a:endParaRPr lang="es-ES"/>
        </a:p>
      </dgm:t>
    </dgm:pt>
    <dgm:pt modelId="{47E925C4-41A6-4741-9594-1E7B1E716BBB}">
      <dgm:prSet/>
      <dgm:spPr/>
      <dgm:t>
        <a:bodyPr/>
        <a:lstStyle/>
        <a:p>
          <a:pPr rtl="0"/>
          <a:r>
            <a:rPr lang="es-ES" smtClean="0"/>
            <a:t>Referir si realiza doble función</a:t>
          </a:r>
          <a:endParaRPr lang="es-MX"/>
        </a:p>
      </dgm:t>
    </dgm:pt>
    <dgm:pt modelId="{2926BFE8-3308-4216-9627-F2E1EFD639C6}" type="parTrans" cxnId="{5C3A197C-CFF3-46E1-BC14-CB4884FB7BE3}">
      <dgm:prSet/>
      <dgm:spPr/>
      <dgm:t>
        <a:bodyPr/>
        <a:lstStyle/>
        <a:p>
          <a:endParaRPr lang="es-ES"/>
        </a:p>
      </dgm:t>
    </dgm:pt>
    <dgm:pt modelId="{D58E0A7F-6B30-453F-9279-7BDDC3BE77B0}" type="sibTrans" cxnId="{5C3A197C-CFF3-46E1-BC14-CB4884FB7BE3}">
      <dgm:prSet/>
      <dgm:spPr/>
      <dgm:t>
        <a:bodyPr/>
        <a:lstStyle/>
        <a:p>
          <a:endParaRPr lang="es-ES"/>
        </a:p>
      </dgm:t>
    </dgm:pt>
    <dgm:pt modelId="{64098842-A51D-4911-9AA6-E53E01C7F02C}">
      <dgm:prSet/>
      <dgm:spPr/>
      <dgm:t>
        <a:bodyPr/>
        <a:lstStyle/>
        <a:p>
          <a:pPr rtl="0"/>
          <a:r>
            <a:rPr lang="es-ES" smtClean="0"/>
            <a:t>Lenguas que hablan los alumnos (monolingües o multilingües)</a:t>
          </a:r>
          <a:endParaRPr lang="es-MX"/>
        </a:p>
      </dgm:t>
    </dgm:pt>
    <dgm:pt modelId="{98BA40C9-D24F-40AD-A068-702BD0BE5218}" type="parTrans" cxnId="{B0D1D2B7-E0C6-4E69-AA94-42502ABB3DE1}">
      <dgm:prSet/>
      <dgm:spPr/>
      <dgm:t>
        <a:bodyPr/>
        <a:lstStyle/>
        <a:p>
          <a:endParaRPr lang="es-ES"/>
        </a:p>
      </dgm:t>
    </dgm:pt>
    <dgm:pt modelId="{F15E2A30-C163-4385-A99E-C7519C8CB879}" type="sibTrans" cxnId="{B0D1D2B7-E0C6-4E69-AA94-42502ABB3DE1}">
      <dgm:prSet/>
      <dgm:spPr/>
      <dgm:t>
        <a:bodyPr/>
        <a:lstStyle/>
        <a:p>
          <a:endParaRPr lang="es-ES"/>
        </a:p>
      </dgm:t>
    </dgm:pt>
    <dgm:pt modelId="{50B99051-3009-4094-BA9D-7BF636DEB954}" type="pres">
      <dgm:prSet presAssocID="{4F5D8FE2-CD46-4675-B714-87830C2E9DBF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89671F8-E07E-4C01-B944-9E1E79D8DB45}" type="pres">
      <dgm:prSet presAssocID="{364A532C-FAD6-43B8-8CF3-7C112A6D2848}" presName="compNode" presStyleCnt="0"/>
      <dgm:spPr/>
    </dgm:pt>
    <dgm:pt modelId="{94A36A8C-3A37-4B07-9703-CEE6A1BE072D}" type="pres">
      <dgm:prSet presAssocID="{364A532C-FAD6-43B8-8CF3-7C112A6D2848}" presName="aNode" presStyleLbl="bgShp" presStyleIdx="0" presStyleCnt="1"/>
      <dgm:spPr/>
      <dgm:t>
        <a:bodyPr/>
        <a:lstStyle/>
        <a:p>
          <a:endParaRPr lang="es-ES"/>
        </a:p>
      </dgm:t>
    </dgm:pt>
    <dgm:pt modelId="{DE371C25-6E49-4CF8-B66C-87ADB9DF3B0F}" type="pres">
      <dgm:prSet presAssocID="{364A532C-FAD6-43B8-8CF3-7C112A6D2848}" presName="textNode" presStyleLbl="bgShp" presStyleIdx="0" presStyleCnt="1"/>
      <dgm:spPr/>
      <dgm:t>
        <a:bodyPr/>
        <a:lstStyle/>
        <a:p>
          <a:endParaRPr lang="es-ES"/>
        </a:p>
      </dgm:t>
    </dgm:pt>
    <dgm:pt modelId="{873AB6C1-EDBC-4D71-9A4C-4C4B6665E6D7}" type="pres">
      <dgm:prSet presAssocID="{364A532C-FAD6-43B8-8CF3-7C112A6D2848}" presName="compChildNode" presStyleCnt="0"/>
      <dgm:spPr/>
    </dgm:pt>
    <dgm:pt modelId="{F3E0C325-43E6-4F73-A9D6-50AEABDF2787}" type="pres">
      <dgm:prSet presAssocID="{364A532C-FAD6-43B8-8CF3-7C112A6D2848}" presName="theInnerList" presStyleCnt="0"/>
      <dgm:spPr/>
    </dgm:pt>
    <dgm:pt modelId="{A2475B99-7F85-4140-92CC-43B664A755C2}" type="pres">
      <dgm:prSet presAssocID="{27655C88-825C-4259-AE48-69D4AE1A09C8}" presName="child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6BD5162-2681-499F-AD26-6EAB419E780E}" type="pres">
      <dgm:prSet presAssocID="{27655C88-825C-4259-AE48-69D4AE1A09C8}" presName="aSpace2" presStyleCnt="0"/>
      <dgm:spPr/>
    </dgm:pt>
    <dgm:pt modelId="{28B63619-DC55-407D-8FB4-0855C0BB6142}" type="pres">
      <dgm:prSet presAssocID="{070C6687-AEE8-4CAC-A654-98B1924694D6}" presName="child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3FA1872-7886-42A3-BAF8-59324DBD25A3}" type="pres">
      <dgm:prSet presAssocID="{070C6687-AEE8-4CAC-A654-98B1924694D6}" presName="aSpace2" presStyleCnt="0"/>
      <dgm:spPr/>
    </dgm:pt>
    <dgm:pt modelId="{17ECF5B6-C398-48E4-AC85-1AFDB9BC1095}" type="pres">
      <dgm:prSet presAssocID="{CF061C50-69A9-45B7-B263-0342C71FAA82}" presName="child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B2B26BA-7F2D-4474-8DC8-7900BC7FB218}" type="pres">
      <dgm:prSet presAssocID="{CF061C50-69A9-45B7-B263-0342C71FAA82}" presName="aSpace2" presStyleCnt="0"/>
      <dgm:spPr/>
    </dgm:pt>
    <dgm:pt modelId="{D5B4BB70-27D6-4AAA-A8CC-E8B5EC00F734}" type="pres">
      <dgm:prSet presAssocID="{47E925C4-41A6-4741-9594-1E7B1E716BBB}" presName="child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27DD4D9-2059-46FF-B765-93B4073092BD}" type="pres">
      <dgm:prSet presAssocID="{47E925C4-41A6-4741-9594-1E7B1E716BBB}" presName="aSpace2" presStyleCnt="0"/>
      <dgm:spPr/>
    </dgm:pt>
    <dgm:pt modelId="{43E3B37E-B1E7-4586-AED2-26485BA32AD1}" type="pres">
      <dgm:prSet presAssocID="{64098842-A51D-4911-9AA6-E53E01C7F02C}" presName="child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5C3A197C-CFF3-46E1-BC14-CB4884FB7BE3}" srcId="{364A532C-FAD6-43B8-8CF3-7C112A6D2848}" destId="{47E925C4-41A6-4741-9594-1E7B1E716BBB}" srcOrd="3" destOrd="0" parTransId="{2926BFE8-3308-4216-9627-F2E1EFD639C6}" sibTransId="{D58E0A7F-6B30-453F-9279-7BDDC3BE77B0}"/>
    <dgm:cxn modelId="{0E9D6BD6-2122-4FF7-ACC9-AB16665C9A6A}" type="presOf" srcId="{4F5D8FE2-CD46-4675-B714-87830C2E9DBF}" destId="{50B99051-3009-4094-BA9D-7BF636DEB954}" srcOrd="0" destOrd="0" presId="urn:microsoft.com/office/officeart/2005/8/layout/lProcess2"/>
    <dgm:cxn modelId="{F0F8D414-C72B-4362-AD80-2BD68B7D9DD6}" srcId="{364A532C-FAD6-43B8-8CF3-7C112A6D2848}" destId="{CF061C50-69A9-45B7-B263-0342C71FAA82}" srcOrd="2" destOrd="0" parTransId="{4B843A36-5505-4C63-8D21-A08E8E4024A9}" sibTransId="{F7AEFCF9-7A14-4DCC-821F-FB9993EEFCBC}"/>
    <dgm:cxn modelId="{B0D1D2B7-E0C6-4E69-AA94-42502ABB3DE1}" srcId="{364A532C-FAD6-43B8-8CF3-7C112A6D2848}" destId="{64098842-A51D-4911-9AA6-E53E01C7F02C}" srcOrd="4" destOrd="0" parTransId="{98BA40C9-D24F-40AD-A068-702BD0BE5218}" sibTransId="{F15E2A30-C163-4385-A99E-C7519C8CB879}"/>
    <dgm:cxn modelId="{7764C386-46AE-449E-AF7B-B263160EF94E}" srcId="{364A532C-FAD6-43B8-8CF3-7C112A6D2848}" destId="{27655C88-825C-4259-AE48-69D4AE1A09C8}" srcOrd="0" destOrd="0" parTransId="{5FC8DEC5-43AF-4F1D-A792-5DC16E47FE62}" sibTransId="{C257EA72-00BB-4C9E-878C-0453E7E82FC1}"/>
    <dgm:cxn modelId="{724E75CD-5C7A-4A77-9445-5772090757CF}" srcId="{4F5D8FE2-CD46-4675-B714-87830C2E9DBF}" destId="{364A532C-FAD6-43B8-8CF3-7C112A6D2848}" srcOrd="0" destOrd="0" parTransId="{7D49E4C0-CCA2-4C22-A20E-5E7666D40C9F}" sibTransId="{FDFD20A8-9F04-4451-A938-77C290A3A294}"/>
    <dgm:cxn modelId="{3E742F10-5FCA-4EB8-B348-BD019C0EE7D8}" srcId="{364A532C-FAD6-43B8-8CF3-7C112A6D2848}" destId="{070C6687-AEE8-4CAC-A654-98B1924694D6}" srcOrd="1" destOrd="0" parTransId="{4411C765-8D4E-4721-BA63-DF9C30956F94}" sibTransId="{24A7E4EB-FCBB-498A-B74E-B2FCB49C03E8}"/>
    <dgm:cxn modelId="{8C7990FF-C023-4E51-8240-61D534CA639A}" type="presOf" srcId="{CF061C50-69A9-45B7-B263-0342C71FAA82}" destId="{17ECF5B6-C398-48E4-AC85-1AFDB9BC1095}" srcOrd="0" destOrd="0" presId="urn:microsoft.com/office/officeart/2005/8/layout/lProcess2"/>
    <dgm:cxn modelId="{EB0EFCF3-0BEC-48DD-B5E7-A7944582EFEA}" type="presOf" srcId="{27655C88-825C-4259-AE48-69D4AE1A09C8}" destId="{A2475B99-7F85-4140-92CC-43B664A755C2}" srcOrd="0" destOrd="0" presId="urn:microsoft.com/office/officeart/2005/8/layout/lProcess2"/>
    <dgm:cxn modelId="{F17CCDBE-1EC0-419E-BD8F-1B927696A2FD}" type="presOf" srcId="{070C6687-AEE8-4CAC-A654-98B1924694D6}" destId="{28B63619-DC55-407D-8FB4-0855C0BB6142}" srcOrd="0" destOrd="0" presId="urn:microsoft.com/office/officeart/2005/8/layout/lProcess2"/>
    <dgm:cxn modelId="{E660A78E-4B8C-4C55-AA2C-5646DEE9C84D}" type="presOf" srcId="{364A532C-FAD6-43B8-8CF3-7C112A6D2848}" destId="{DE371C25-6E49-4CF8-B66C-87ADB9DF3B0F}" srcOrd="1" destOrd="0" presId="urn:microsoft.com/office/officeart/2005/8/layout/lProcess2"/>
    <dgm:cxn modelId="{37745405-7535-4BD0-9371-F66C6418B0BF}" type="presOf" srcId="{364A532C-FAD6-43B8-8CF3-7C112A6D2848}" destId="{94A36A8C-3A37-4B07-9703-CEE6A1BE072D}" srcOrd="0" destOrd="0" presId="urn:microsoft.com/office/officeart/2005/8/layout/lProcess2"/>
    <dgm:cxn modelId="{6C08A3F7-EE65-42E0-AA0A-CB8CC29F5AE9}" type="presOf" srcId="{47E925C4-41A6-4741-9594-1E7B1E716BBB}" destId="{D5B4BB70-27D6-4AAA-A8CC-E8B5EC00F734}" srcOrd="0" destOrd="0" presId="urn:microsoft.com/office/officeart/2005/8/layout/lProcess2"/>
    <dgm:cxn modelId="{6EAAFF66-6DE7-4650-A4F0-ECC97ECABD5C}" type="presOf" srcId="{64098842-A51D-4911-9AA6-E53E01C7F02C}" destId="{43E3B37E-B1E7-4586-AED2-26485BA32AD1}" srcOrd="0" destOrd="0" presId="urn:microsoft.com/office/officeart/2005/8/layout/lProcess2"/>
    <dgm:cxn modelId="{AEB2202A-2C8E-4E28-87E9-5ABB46B3A8D1}" type="presParOf" srcId="{50B99051-3009-4094-BA9D-7BF636DEB954}" destId="{989671F8-E07E-4C01-B944-9E1E79D8DB45}" srcOrd="0" destOrd="0" presId="urn:microsoft.com/office/officeart/2005/8/layout/lProcess2"/>
    <dgm:cxn modelId="{75722E2F-2F96-456A-AC3C-64A9BA6A1E65}" type="presParOf" srcId="{989671F8-E07E-4C01-B944-9E1E79D8DB45}" destId="{94A36A8C-3A37-4B07-9703-CEE6A1BE072D}" srcOrd="0" destOrd="0" presId="urn:microsoft.com/office/officeart/2005/8/layout/lProcess2"/>
    <dgm:cxn modelId="{DE78409A-A3C5-4678-90DE-994224938DEB}" type="presParOf" srcId="{989671F8-E07E-4C01-B944-9E1E79D8DB45}" destId="{DE371C25-6E49-4CF8-B66C-87ADB9DF3B0F}" srcOrd="1" destOrd="0" presId="urn:microsoft.com/office/officeart/2005/8/layout/lProcess2"/>
    <dgm:cxn modelId="{F08E2881-EB8B-4688-BC2E-00B64538FE13}" type="presParOf" srcId="{989671F8-E07E-4C01-B944-9E1E79D8DB45}" destId="{873AB6C1-EDBC-4D71-9A4C-4C4B6665E6D7}" srcOrd="2" destOrd="0" presId="urn:microsoft.com/office/officeart/2005/8/layout/lProcess2"/>
    <dgm:cxn modelId="{2CB612A2-851E-4860-B8F9-900ED69F2EE8}" type="presParOf" srcId="{873AB6C1-EDBC-4D71-9A4C-4C4B6665E6D7}" destId="{F3E0C325-43E6-4F73-A9D6-50AEABDF2787}" srcOrd="0" destOrd="0" presId="urn:microsoft.com/office/officeart/2005/8/layout/lProcess2"/>
    <dgm:cxn modelId="{97ECAE2C-0E94-45FE-B48F-80AE69F755B7}" type="presParOf" srcId="{F3E0C325-43E6-4F73-A9D6-50AEABDF2787}" destId="{A2475B99-7F85-4140-92CC-43B664A755C2}" srcOrd="0" destOrd="0" presId="urn:microsoft.com/office/officeart/2005/8/layout/lProcess2"/>
    <dgm:cxn modelId="{133F1719-35E9-440E-BF48-A635418361CE}" type="presParOf" srcId="{F3E0C325-43E6-4F73-A9D6-50AEABDF2787}" destId="{E6BD5162-2681-499F-AD26-6EAB419E780E}" srcOrd="1" destOrd="0" presId="urn:microsoft.com/office/officeart/2005/8/layout/lProcess2"/>
    <dgm:cxn modelId="{FF0EE439-8CAD-4727-87FF-F3FA9A8FBA84}" type="presParOf" srcId="{F3E0C325-43E6-4F73-A9D6-50AEABDF2787}" destId="{28B63619-DC55-407D-8FB4-0855C0BB6142}" srcOrd="2" destOrd="0" presId="urn:microsoft.com/office/officeart/2005/8/layout/lProcess2"/>
    <dgm:cxn modelId="{A5BD77BE-FF59-4C2D-B3BD-FC97920D4AF8}" type="presParOf" srcId="{F3E0C325-43E6-4F73-A9D6-50AEABDF2787}" destId="{C3FA1872-7886-42A3-BAF8-59324DBD25A3}" srcOrd="3" destOrd="0" presId="urn:microsoft.com/office/officeart/2005/8/layout/lProcess2"/>
    <dgm:cxn modelId="{584266BF-D883-4EFE-9714-FA035D780D54}" type="presParOf" srcId="{F3E0C325-43E6-4F73-A9D6-50AEABDF2787}" destId="{17ECF5B6-C398-48E4-AC85-1AFDB9BC1095}" srcOrd="4" destOrd="0" presId="urn:microsoft.com/office/officeart/2005/8/layout/lProcess2"/>
    <dgm:cxn modelId="{586EF768-9D2C-4412-92ED-970E515930EE}" type="presParOf" srcId="{F3E0C325-43E6-4F73-A9D6-50AEABDF2787}" destId="{DB2B26BA-7F2D-4474-8DC8-7900BC7FB218}" srcOrd="5" destOrd="0" presId="urn:microsoft.com/office/officeart/2005/8/layout/lProcess2"/>
    <dgm:cxn modelId="{6A60D5D6-5134-4553-8FB6-34069418A0A4}" type="presParOf" srcId="{F3E0C325-43E6-4F73-A9D6-50AEABDF2787}" destId="{D5B4BB70-27D6-4AAA-A8CC-E8B5EC00F734}" srcOrd="6" destOrd="0" presId="urn:microsoft.com/office/officeart/2005/8/layout/lProcess2"/>
    <dgm:cxn modelId="{6AAEAF06-C116-464A-B118-C4865AE1B1FC}" type="presParOf" srcId="{F3E0C325-43E6-4F73-A9D6-50AEABDF2787}" destId="{227DD4D9-2059-46FF-B765-93B4073092BD}" srcOrd="7" destOrd="0" presId="urn:microsoft.com/office/officeart/2005/8/layout/lProcess2"/>
    <dgm:cxn modelId="{3BD95DF4-2949-4202-BA71-84207963D183}" type="presParOf" srcId="{F3E0C325-43E6-4F73-A9D6-50AEABDF2787}" destId="{43E3B37E-B1E7-4586-AED2-26485BA32AD1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E9D603-A2DE-4721-AD6D-974578CBFF15}" type="doc">
      <dgm:prSet loTypeId="urn:microsoft.com/office/officeart/2008/layout/Lin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BB8CC9DA-F6BA-48BE-AF01-4EA7971107D1}">
      <dgm:prSet/>
      <dgm:spPr/>
      <dgm:t>
        <a:bodyPr/>
        <a:lstStyle/>
        <a:p>
          <a:pPr rtl="0"/>
          <a:r>
            <a:rPr lang="es-ES" smtClean="0"/>
            <a:t>En el Proyecto de enseñanza, se recomienda que la elaboración de la planeación didáctica, sea flexible en virtud de la heterogeneidad de las prácticas en estos tipos de servicios.  </a:t>
          </a:r>
          <a:endParaRPr lang="es-MX"/>
        </a:p>
      </dgm:t>
    </dgm:pt>
    <dgm:pt modelId="{E5113206-C10A-49E1-8276-5E9EB9A9F196}" type="parTrans" cxnId="{A702AE07-DB4C-44A6-9597-20302B355F6B}">
      <dgm:prSet/>
      <dgm:spPr/>
      <dgm:t>
        <a:bodyPr/>
        <a:lstStyle/>
        <a:p>
          <a:endParaRPr lang="es-ES"/>
        </a:p>
      </dgm:t>
    </dgm:pt>
    <dgm:pt modelId="{2878175A-D3D2-444C-88C4-F63F86CCC54A}" type="sibTrans" cxnId="{A702AE07-DB4C-44A6-9597-20302B355F6B}">
      <dgm:prSet/>
      <dgm:spPr/>
      <dgm:t>
        <a:bodyPr/>
        <a:lstStyle/>
        <a:p>
          <a:endParaRPr lang="es-ES"/>
        </a:p>
      </dgm:t>
    </dgm:pt>
    <dgm:pt modelId="{4388E057-1E24-4C97-9176-6B516063B50E}">
      <dgm:prSet/>
      <dgm:spPr/>
      <dgm:t>
        <a:bodyPr/>
        <a:lstStyle/>
        <a:p>
          <a:pPr rtl="0"/>
          <a:r>
            <a:rPr lang="es-ES" dirty="0" smtClean="0"/>
            <a:t>Se sugiere que las tareas evaluativas aludan al proceso de elaboración de la misma, por ejemplo los criterios con el que desarrolló su planeación:  Por tema común, por proyecto, por resultados de aprendizaje, de acuerdo a la parrilla semanal, etc.; el tipo de decisiones tomadas; los materiales y otros elementos utilizados. </a:t>
          </a:r>
          <a:endParaRPr lang="es-MX" dirty="0"/>
        </a:p>
      </dgm:t>
    </dgm:pt>
    <dgm:pt modelId="{F93024F9-601D-498D-94C4-EF991A2A150A}" type="parTrans" cxnId="{BB3B20EE-8043-4EA6-BAE6-C318DB4B840A}">
      <dgm:prSet/>
      <dgm:spPr/>
      <dgm:t>
        <a:bodyPr/>
        <a:lstStyle/>
        <a:p>
          <a:endParaRPr lang="es-ES"/>
        </a:p>
      </dgm:t>
    </dgm:pt>
    <dgm:pt modelId="{3570F852-F612-46A2-A38A-53EC832002BE}" type="sibTrans" cxnId="{BB3B20EE-8043-4EA6-BAE6-C318DB4B840A}">
      <dgm:prSet/>
      <dgm:spPr/>
      <dgm:t>
        <a:bodyPr/>
        <a:lstStyle/>
        <a:p>
          <a:endParaRPr lang="es-ES"/>
        </a:p>
      </dgm:t>
    </dgm:pt>
    <dgm:pt modelId="{3437D34A-AD95-4CBE-9695-1647B6EE6C0C}">
      <dgm:prSet/>
      <dgm:spPr/>
      <dgm:t>
        <a:bodyPr/>
        <a:lstStyle/>
        <a:p>
          <a:pPr rtl="0"/>
          <a:r>
            <a:rPr lang="es-MX" dirty="0" smtClean="0"/>
            <a:t>Por las características del trabajo docente en Educación indígena y multigrado, se propone que el proyecto de enseñanza se desarrolle en un periodo de 1 a 3 días de clase, contemplando la jornada completa del día, a diferencia de los proyectos de escuelas generales, en el que se solicitan secuencias didácticas de 3 a 5 clases de periodos de 45 min. En Telesecundaria se recomienda mantener este periodo.</a:t>
          </a:r>
          <a:endParaRPr lang="es-MX" dirty="0"/>
        </a:p>
      </dgm:t>
    </dgm:pt>
    <dgm:pt modelId="{2D9D1F11-9985-468C-B73C-E2124CE43467}" type="parTrans" cxnId="{451920A7-D619-4247-84D8-E851FC5FCAEE}">
      <dgm:prSet/>
      <dgm:spPr/>
      <dgm:t>
        <a:bodyPr/>
        <a:lstStyle/>
        <a:p>
          <a:endParaRPr lang="es-ES"/>
        </a:p>
      </dgm:t>
    </dgm:pt>
    <dgm:pt modelId="{F116A4CD-BAE1-4455-A1EF-0A8C2C0968EF}" type="sibTrans" cxnId="{451920A7-D619-4247-84D8-E851FC5FCAEE}">
      <dgm:prSet/>
      <dgm:spPr/>
      <dgm:t>
        <a:bodyPr/>
        <a:lstStyle/>
        <a:p>
          <a:endParaRPr lang="es-ES"/>
        </a:p>
      </dgm:t>
    </dgm:pt>
    <dgm:pt modelId="{FFD08224-13C6-4C3E-9E03-F87C15B1A516}" type="pres">
      <dgm:prSet presAssocID="{3BE9D603-A2DE-4721-AD6D-974578CBFF15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CEB1D39F-3C99-4F88-861B-918B8FA83ED5}" type="pres">
      <dgm:prSet presAssocID="{BB8CC9DA-F6BA-48BE-AF01-4EA7971107D1}" presName="thickLine" presStyleLbl="alignNode1" presStyleIdx="0" presStyleCnt="3"/>
      <dgm:spPr/>
    </dgm:pt>
    <dgm:pt modelId="{6272F351-9835-4D8C-BA9D-98C81274A2E5}" type="pres">
      <dgm:prSet presAssocID="{BB8CC9DA-F6BA-48BE-AF01-4EA7971107D1}" presName="horz1" presStyleCnt="0"/>
      <dgm:spPr/>
    </dgm:pt>
    <dgm:pt modelId="{10F23E17-EEB4-4C8D-92A3-4FE5BDBCE3EF}" type="pres">
      <dgm:prSet presAssocID="{BB8CC9DA-F6BA-48BE-AF01-4EA7971107D1}" presName="tx1" presStyleLbl="revTx" presStyleIdx="0" presStyleCnt="3"/>
      <dgm:spPr/>
      <dgm:t>
        <a:bodyPr/>
        <a:lstStyle/>
        <a:p>
          <a:endParaRPr lang="es-ES"/>
        </a:p>
      </dgm:t>
    </dgm:pt>
    <dgm:pt modelId="{14A4B904-3811-4818-AB5B-0641CE38331E}" type="pres">
      <dgm:prSet presAssocID="{BB8CC9DA-F6BA-48BE-AF01-4EA7971107D1}" presName="vert1" presStyleCnt="0"/>
      <dgm:spPr/>
    </dgm:pt>
    <dgm:pt modelId="{D38F8B9A-2BFA-4EBF-9381-A4FC1D784CA3}" type="pres">
      <dgm:prSet presAssocID="{4388E057-1E24-4C97-9176-6B516063B50E}" presName="thickLine" presStyleLbl="alignNode1" presStyleIdx="1" presStyleCnt="3" custLinFactNeighborX="156" custLinFactNeighborY="-26408"/>
      <dgm:spPr/>
    </dgm:pt>
    <dgm:pt modelId="{23490771-3BE5-46A6-BB48-4EB909317541}" type="pres">
      <dgm:prSet presAssocID="{4388E057-1E24-4C97-9176-6B516063B50E}" presName="horz1" presStyleCnt="0"/>
      <dgm:spPr/>
    </dgm:pt>
    <dgm:pt modelId="{079A01AD-7617-4500-B452-862310B80D24}" type="pres">
      <dgm:prSet presAssocID="{4388E057-1E24-4C97-9176-6B516063B50E}" presName="tx1" presStyleLbl="revTx" presStyleIdx="1" presStyleCnt="3" custLinFactNeighborX="-441" custLinFactNeighborY="-9781"/>
      <dgm:spPr/>
      <dgm:t>
        <a:bodyPr/>
        <a:lstStyle/>
        <a:p>
          <a:endParaRPr lang="es-ES"/>
        </a:p>
      </dgm:t>
    </dgm:pt>
    <dgm:pt modelId="{039709CA-A077-4F8B-8F64-4F67EA068494}" type="pres">
      <dgm:prSet presAssocID="{4388E057-1E24-4C97-9176-6B516063B50E}" presName="vert1" presStyleCnt="0"/>
      <dgm:spPr/>
    </dgm:pt>
    <dgm:pt modelId="{9E580E28-5CF9-4462-9236-F0CD300F9691}" type="pres">
      <dgm:prSet presAssocID="{3437D34A-AD95-4CBE-9695-1647B6EE6C0C}" presName="thickLine" presStyleLbl="alignNode1" presStyleIdx="2" presStyleCnt="3"/>
      <dgm:spPr/>
    </dgm:pt>
    <dgm:pt modelId="{D55CA76A-08D5-4EC7-99C8-016AE98C9957}" type="pres">
      <dgm:prSet presAssocID="{3437D34A-AD95-4CBE-9695-1647B6EE6C0C}" presName="horz1" presStyleCnt="0"/>
      <dgm:spPr/>
    </dgm:pt>
    <dgm:pt modelId="{844A39E6-C6B1-4B5F-A5AA-22B5A60FD0CA}" type="pres">
      <dgm:prSet presAssocID="{3437D34A-AD95-4CBE-9695-1647B6EE6C0C}" presName="tx1" presStyleLbl="revTx" presStyleIdx="2" presStyleCnt="3"/>
      <dgm:spPr/>
      <dgm:t>
        <a:bodyPr/>
        <a:lstStyle/>
        <a:p>
          <a:endParaRPr lang="es-ES"/>
        </a:p>
      </dgm:t>
    </dgm:pt>
    <dgm:pt modelId="{0C973E4A-10B2-4C8E-9D72-60B9C19ECB0C}" type="pres">
      <dgm:prSet presAssocID="{3437D34A-AD95-4CBE-9695-1647B6EE6C0C}" presName="vert1" presStyleCnt="0"/>
      <dgm:spPr/>
    </dgm:pt>
  </dgm:ptLst>
  <dgm:cxnLst>
    <dgm:cxn modelId="{D361C416-BFFB-48FF-AFEE-180D9F4E5355}" type="presOf" srcId="{BB8CC9DA-F6BA-48BE-AF01-4EA7971107D1}" destId="{10F23E17-EEB4-4C8D-92A3-4FE5BDBCE3EF}" srcOrd="0" destOrd="0" presId="urn:microsoft.com/office/officeart/2008/layout/LinedList"/>
    <dgm:cxn modelId="{A702AE07-DB4C-44A6-9597-20302B355F6B}" srcId="{3BE9D603-A2DE-4721-AD6D-974578CBFF15}" destId="{BB8CC9DA-F6BA-48BE-AF01-4EA7971107D1}" srcOrd="0" destOrd="0" parTransId="{E5113206-C10A-49E1-8276-5E9EB9A9F196}" sibTransId="{2878175A-D3D2-444C-88C4-F63F86CCC54A}"/>
    <dgm:cxn modelId="{0B256472-B729-496F-9683-488C76C0E11F}" type="presOf" srcId="{4388E057-1E24-4C97-9176-6B516063B50E}" destId="{079A01AD-7617-4500-B452-862310B80D24}" srcOrd="0" destOrd="0" presId="urn:microsoft.com/office/officeart/2008/layout/LinedList"/>
    <dgm:cxn modelId="{451920A7-D619-4247-84D8-E851FC5FCAEE}" srcId="{3BE9D603-A2DE-4721-AD6D-974578CBFF15}" destId="{3437D34A-AD95-4CBE-9695-1647B6EE6C0C}" srcOrd="2" destOrd="0" parTransId="{2D9D1F11-9985-468C-B73C-E2124CE43467}" sibTransId="{F116A4CD-BAE1-4455-A1EF-0A8C2C0968EF}"/>
    <dgm:cxn modelId="{BB3B20EE-8043-4EA6-BAE6-C318DB4B840A}" srcId="{3BE9D603-A2DE-4721-AD6D-974578CBFF15}" destId="{4388E057-1E24-4C97-9176-6B516063B50E}" srcOrd="1" destOrd="0" parTransId="{F93024F9-601D-498D-94C4-EF991A2A150A}" sibTransId="{3570F852-F612-46A2-A38A-53EC832002BE}"/>
    <dgm:cxn modelId="{343AE04B-78DE-47B0-AE15-43E9F6D58A7F}" type="presOf" srcId="{3437D34A-AD95-4CBE-9695-1647B6EE6C0C}" destId="{844A39E6-C6B1-4B5F-A5AA-22B5A60FD0CA}" srcOrd="0" destOrd="0" presId="urn:microsoft.com/office/officeart/2008/layout/LinedList"/>
    <dgm:cxn modelId="{D01FE69D-1608-4776-BBE3-E01E09D630FF}" type="presOf" srcId="{3BE9D603-A2DE-4721-AD6D-974578CBFF15}" destId="{FFD08224-13C6-4C3E-9E03-F87C15B1A516}" srcOrd="0" destOrd="0" presId="urn:microsoft.com/office/officeart/2008/layout/LinedList"/>
    <dgm:cxn modelId="{FD6CBBDD-5259-48F2-A175-85D1C58EAF24}" type="presParOf" srcId="{FFD08224-13C6-4C3E-9E03-F87C15B1A516}" destId="{CEB1D39F-3C99-4F88-861B-918B8FA83ED5}" srcOrd="0" destOrd="0" presId="urn:microsoft.com/office/officeart/2008/layout/LinedList"/>
    <dgm:cxn modelId="{4D8EC05F-1515-4802-980B-BD065C3A1E6F}" type="presParOf" srcId="{FFD08224-13C6-4C3E-9E03-F87C15B1A516}" destId="{6272F351-9835-4D8C-BA9D-98C81274A2E5}" srcOrd="1" destOrd="0" presId="urn:microsoft.com/office/officeart/2008/layout/LinedList"/>
    <dgm:cxn modelId="{07974B7A-CC84-44D2-8A7B-3F1D9457A344}" type="presParOf" srcId="{6272F351-9835-4D8C-BA9D-98C81274A2E5}" destId="{10F23E17-EEB4-4C8D-92A3-4FE5BDBCE3EF}" srcOrd="0" destOrd="0" presId="urn:microsoft.com/office/officeart/2008/layout/LinedList"/>
    <dgm:cxn modelId="{70B13E5C-1FA2-4FE8-9B84-05A6C8E36407}" type="presParOf" srcId="{6272F351-9835-4D8C-BA9D-98C81274A2E5}" destId="{14A4B904-3811-4818-AB5B-0641CE38331E}" srcOrd="1" destOrd="0" presId="urn:microsoft.com/office/officeart/2008/layout/LinedList"/>
    <dgm:cxn modelId="{6EE61650-31F6-438A-889F-95D8463FC10D}" type="presParOf" srcId="{FFD08224-13C6-4C3E-9E03-F87C15B1A516}" destId="{D38F8B9A-2BFA-4EBF-9381-A4FC1D784CA3}" srcOrd="2" destOrd="0" presId="urn:microsoft.com/office/officeart/2008/layout/LinedList"/>
    <dgm:cxn modelId="{13E6CE14-7A92-464C-93E1-F1356409B6DD}" type="presParOf" srcId="{FFD08224-13C6-4C3E-9E03-F87C15B1A516}" destId="{23490771-3BE5-46A6-BB48-4EB909317541}" srcOrd="3" destOrd="0" presId="urn:microsoft.com/office/officeart/2008/layout/LinedList"/>
    <dgm:cxn modelId="{319914FB-B16D-40B2-893D-6C884BC78F4B}" type="presParOf" srcId="{23490771-3BE5-46A6-BB48-4EB909317541}" destId="{079A01AD-7617-4500-B452-862310B80D24}" srcOrd="0" destOrd="0" presId="urn:microsoft.com/office/officeart/2008/layout/LinedList"/>
    <dgm:cxn modelId="{00E8EFA3-1F7E-4043-A0A9-4DDB67A6910F}" type="presParOf" srcId="{23490771-3BE5-46A6-BB48-4EB909317541}" destId="{039709CA-A077-4F8B-8F64-4F67EA068494}" srcOrd="1" destOrd="0" presId="urn:microsoft.com/office/officeart/2008/layout/LinedList"/>
    <dgm:cxn modelId="{BE1E0EA9-A4B4-43EC-A68C-8B1FBA28C231}" type="presParOf" srcId="{FFD08224-13C6-4C3E-9E03-F87C15B1A516}" destId="{9E580E28-5CF9-4462-9236-F0CD300F9691}" srcOrd="4" destOrd="0" presId="urn:microsoft.com/office/officeart/2008/layout/LinedList"/>
    <dgm:cxn modelId="{60D159A7-0EB3-4EAD-A137-93563E1642F9}" type="presParOf" srcId="{FFD08224-13C6-4C3E-9E03-F87C15B1A516}" destId="{D55CA76A-08D5-4EC7-99C8-016AE98C9957}" srcOrd="5" destOrd="0" presId="urn:microsoft.com/office/officeart/2008/layout/LinedList"/>
    <dgm:cxn modelId="{CE79A4AC-D562-41AD-BEBE-5C19332D9E5D}" type="presParOf" srcId="{D55CA76A-08D5-4EC7-99C8-016AE98C9957}" destId="{844A39E6-C6B1-4B5F-A5AA-22B5A60FD0CA}" srcOrd="0" destOrd="0" presId="urn:microsoft.com/office/officeart/2008/layout/LinedList"/>
    <dgm:cxn modelId="{CE9E3ED8-8886-4C78-8E84-3E72EDDB897B}" type="presParOf" srcId="{D55CA76A-08D5-4EC7-99C8-016AE98C9957}" destId="{0C973E4A-10B2-4C8E-9D72-60B9C19ECB0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7E4E91-3184-44B1-B1B2-EF6489BCC779}" type="doc">
      <dgm:prSet loTypeId="urn:microsoft.com/office/officeart/2008/layout/Lined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4105C8FD-40C5-4E4E-B94F-C4D8224B6BF4}">
      <dgm:prSet custT="1"/>
      <dgm:spPr/>
      <dgm:t>
        <a:bodyPr/>
        <a:lstStyle/>
        <a:p>
          <a:pPr rtl="0"/>
          <a:r>
            <a:rPr lang="es-MX" sz="1800" b="1" dirty="0" smtClean="0"/>
            <a:t>Análisis curricular</a:t>
          </a:r>
          <a:r>
            <a:rPr lang="es-MX" sz="1800" dirty="0" smtClean="0"/>
            <a:t> identificación de contenidos comunes a los diferentes grados, secuenciación de los contenidos, identificación de "contenidos clave", vinculación de los contenidos entre distintas asignaturas/campos. </a:t>
          </a:r>
          <a:r>
            <a:rPr lang="es-ES" sz="1800" dirty="0" smtClean="0"/>
            <a:t>Flexibilizar la referencia a los aprendizajes esperados del currículo, a los aprendizajes definidos por el docente, con base en las necesidades de sus alumnos.</a:t>
          </a:r>
          <a:endParaRPr lang="es-MX" sz="1800" dirty="0"/>
        </a:p>
      </dgm:t>
    </dgm:pt>
    <dgm:pt modelId="{B7C5A0DA-4841-45BC-B19F-862764519805}" type="parTrans" cxnId="{14F220DC-B508-4EA0-91C1-CF735E43C166}">
      <dgm:prSet/>
      <dgm:spPr/>
      <dgm:t>
        <a:bodyPr/>
        <a:lstStyle/>
        <a:p>
          <a:endParaRPr lang="es-ES"/>
        </a:p>
      </dgm:t>
    </dgm:pt>
    <dgm:pt modelId="{AE3C3595-EF41-43E7-93F2-78785805E864}" type="sibTrans" cxnId="{14F220DC-B508-4EA0-91C1-CF735E43C166}">
      <dgm:prSet/>
      <dgm:spPr/>
      <dgm:t>
        <a:bodyPr/>
        <a:lstStyle/>
        <a:p>
          <a:endParaRPr lang="es-ES"/>
        </a:p>
      </dgm:t>
    </dgm:pt>
    <dgm:pt modelId="{FE508B53-AC1E-4B19-8576-012266182B66}">
      <dgm:prSet custT="1"/>
      <dgm:spPr/>
      <dgm:t>
        <a:bodyPr/>
        <a:lstStyle/>
        <a:p>
          <a:pPr rtl="0"/>
          <a:r>
            <a:rPr lang="es-MX" sz="1800" b="1" dirty="0" smtClean="0"/>
            <a:t>Organización</a:t>
          </a:r>
          <a:r>
            <a:rPr lang="es-MX" sz="1800" dirty="0" smtClean="0"/>
            <a:t>: de los alumnos, distribución del tiempo y espacio del aula de acuerdo con los grados y la diversidad de los alumnos, así como las características del centro escolar.</a:t>
          </a:r>
          <a:endParaRPr lang="es-MX" sz="1800" dirty="0"/>
        </a:p>
      </dgm:t>
    </dgm:pt>
    <dgm:pt modelId="{741970CD-2804-40D2-BF5A-17309648E98E}" type="parTrans" cxnId="{15D71827-E565-4951-988A-A80F7DF3385D}">
      <dgm:prSet/>
      <dgm:spPr/>
      <dgm:t>
        <a:bodyPr/>
        <a:lstStyle/>
        <a:p>
          <a:endParaRPr lang="es-ES"/>
        </a:p>
      </dgm:t>
    </dgm:pt>
    <dgm:pt modelId="{D4D9BA57-F232-4C24-9225-4C13671F67EE}" type="sibTrans" cxnId="{15D71827-E565-4951-988A-A80F7DF3385D}">
      <dgm:prSet/>
      <dgm:spPr/>
      <dgm:t>
        <a:bodyPr/>
        <a:lstStyle/>
        <a:p>
          <a:endParaRPr lang="es-ES"/>
        </a:p>
      </dgm:t>
    </dgm:pt>
    <dgm:pt modelId="{D2DA6EEB-CF1F-46D3-A30A-804634510BC4}">
      <dgm:prSet custT="1"/>
      <dgm:spPr/>
      <dgm:t>
        <a:bodyPr/>
        <a:lstStyle/>
        <a:p>
          <a:pPr rtl="0"/>
          <a:r>
            <a:rPr lang="es-MX" sz="1800" b="1" dirty="0" smtClean="0"/>
            <a:t>Actividades de enseñanza y aprendizaje: </a:t>
          </a:r>
          <a:r>
            <a:rPr lang="es-MX" sz="1800" dirty="0" smtClean="0"/>
            <a:t>diversificadas </a:t>
          </a:r>
          <a:r>
            <a:rPr lang="es-ES" sz="1800" dirty="0" smtClean="0"/>
            <a:t>para atender a alumnos de diferentes grados, revisar los contenidos de distintas asignaturas y en su caso, atender la diversidad lingüística. </a:t>
          </a:r>
          <a:endParaRPr lang="es-MX" sz="1800" dirty="0"/>
        </a:p>
      </dgm:t>
    </dgm:pt>
    <dgm:pt modelId="{DDE62D67-8D03-4BE6-8E12-5F26A12C8628}" type="parTrans" cxnId="{F637F83D-0F78-4E11-97A9-7ECEAC374B7A}">
      <dgm:prSet/>
      <dgm:spPr/>
      <dgm:t>
        <a:bodyPr/>
        <a:lstStyle/>
        <a:p>
          <a:endParaRPr lang="es-ES"/>
        </a:p>
      </dgm:t>
    </dgm:pt>
    <dgm:pt modelId="{B3B6D981-A9A3-4A75-BDFF-AC178AA29EFB}" type="sibTrans" cxnId="{F637F83D-0F78-4E11-97A9-7ECEAC374B7A}">
      <dgm:prSet/>
      <dgm:spPr/>
      <dgm:t>
        <a:bodyPr/>
        <a:lstStyle/>
        <a:p>
          <a:endParaRPr lang="es-ES"/>
        </a:p>
      </dgm:t>
    </dgm:pt>
    <dgm:pt modelId="{D5A52F21-C8EB-489B-816F-1F4B03EBDDE7}">
      <dgm:prSet custT="1"/>
      <dgm:spPr/>
      <dgm:t>
        <a:bodyPr/>
        <a:lstStyle/>
        <a:p>
          <a:pPr rtl="0"/>
          <a:r>
            <a:rPr lang="es-ES" sz="1800" b="1" dirty="0" smtClean="0"/>
            <a:t>Consideración de referentes: </a:t>
          </a:r>
          <a:r>
            <a:rPr lang="es-ES" sz="1800" dirty="0" smtClean="0"/>
            <a:t>el plan de estudios, los programas de las asignaturas y los libros de texto, adicionalmente los parámetros curriculares de Educación indígena y la propuesta educativa multigrado del 2005, según corresponda.</a:t>
          </a:r>
          <a:endParaRPr lang="es-MX" sz="1800" dirty="0"/>
        </a:p>
      </dgm:t>
    </dgm:pt>
    <dgm:pt modelId="{058CB8C8-D02D-4F37-BFA6-5BFDF399ECF8}" type="parTrans" cxnId="{63B1FBB3-74DC-4EA6-B865-5C6DE3F40341}">
      <dgm:prSet/>
      <dgm:spPr/>
      <dgm:t>
        <a:bodyPr/>
        <a:lstStyle/>
        <a:p>
          <a:endParaRPr lang="es-ES"/>
        </a:p>
      </dgm:t>
    </dgm:pt>
    <dgm:pt modelId="{AA52B80B-D506-433B-A4D2-11BFD1EC35AD}" type="sibTrans" cxnId="{63B1FBB3-74DC-4EA6-B865-5C6DE3F40341}">
      <dgm:prSet/>
      <dgm:spPr/>
      <dgm:t>
        <a:bodyPr/>
        <a:lstStyle/>
        <a:p>
          <a:endParaRPr lang="es-ES"/>
        </a:p>
      </dgm:t>
    </dgm:pt>
    <dgm:pt modelId="{354DAB7D-20FF-4ADD-A89A-4EE8E93A6424}">
      <dgm:prSet custT="1"/>
      <dgm:spPr/>
      <dgm:t>
        <a:bodyPr/>
        <a:lstStyle/>
        <a:p>
          <a:pPr rtl="0"/>
          <a:r>
            <a:rPr lang="es-ES" sz="1800" b="1" dirty="0" smtClean="0"/>
            <a:t>Registro del seguimiento </a:t>
          </a:r>
          <a:r>
            <a:rPr lang="es-ES" sz="1800" dirty="0" smtClean="0"/>
            <a:t> del logro del aprendizaje de sus alumnos. </a:t>
          </a:r>
          <a:endParaRPr lang="es-MX" sz="1800" dirty="0"/>
        </a:p>
      </dgm:t>
    </dgm:pt>
    <dgm:pt modelId="{0D559F5A-D13E-4787-8AF0-F7D39E30C3BE}" type="parTrans" cxnId="{C093A3A5-B920-44F2-9AFC-6C3A455F7753}">
      <dgm:prSet/>
      <dgm:spPr/>
      <dgm:t>
        <a:bodyPr/>
        <a:lstStyle/>
        <a:p>
          <a:endParaRPr lang="es-ES"/>
        </a:p>
      </dgm:t>
    </dgm:pt>
    <dgm:pt modelId="{7C7AD083-75C9-4001-837C-461616588000}" type="sibTrans" cxnId="{C093A3A5-B920-44F2-9AFC-6C3A455F7753}">
      <dgm:prSet/>
      <dgm:spPr/>
      <dgm:t>
        <a:bodyPr/>
        <a:lstStyle/>
        <a:p>
          <a:endParaRPr lang="es-ES"/>
        </a:p>
      </dgm:t>
    </dgm:pt>
    <dgm:pt modelId="{8155D208-0B1F-4DD0-B86F-79E26F0D6AED}" type="pres">
      <dgm:prSet presAssocID="{7E7E4E91-3184-44B1-B1B2-EF6489BCC77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AD91BE97-2E85-43C8-B7E0-BCB3DA612C49}" type="pres">
      <dgm:prSet presAssocID="{4105C8FD-40C5-4E4E-B94F-C4D8224B6BF4}" presName="thickLine" presStyleLbl="alignNode1" presStyleIdx="0" presStyleCnt="5"/>
      <dgm:spPr/>
    </dgm:pt>
    <dgm:pt modelId="{4BE29698-CCBB-4B2A-850D-0E25D118C6F3}" type="pres">
      <dgm:prSet presAssocID="{4105C8FD-40C5-4E4E-B94F-C4D8224B6BF4}" presName="horz1" presStyleCnt="0"/>
      <dgm:spPr/>
    </dgm:pt>
    <dgm:pt modelId="{DD132FB0-61FD-4C0A-9CB0-85A9522E2053}" type="pres">
      <dgm:prSet presAssocID="{4105C8FD-40C5-4E4E-B94F-C4D8224B6BF4}" presName="tx1" presStyleLbl="revTx" presStyleIdx="0" presStyleCnt="5"/>
      <dgm:spPr/>
      <dgm:t>
        <a:bodyPr/>
        <a:lstStyle/>
        <a:p>
          <a:endParaRPr lang="es-ES"/>
        </a:p>
      </dgm:t>
    </dgm:pt>
    <dgm:pt modelId="{0ADDF21C-5C71-47DF-8EF2-8695466C2B33}" type="pres">
      <dgm:prSet presAssocID="{4105C8FD-40C5-4E4E-B94F-C4D8224B6BF4}" presName="vert1" presStyleCnt="0"/>
      <dgm:spPr/>
    </dgm:pt>
    <dgm:pt modelId="{115D53DE-6499-4224-8BB9-D0F5C9634319}" type="pres">
      <dgm:prSet presAssocID="{FE508B53-AC1E-4B19-8576-012266182B66}" presName="thickLine" presStyleLbl="alignNode1" presStyleIdx="1" presStyleCnt="5" custLinFactNeighborX="0" custLinFactNeighborY="17730"/>
      <dgm:spPr/>
    </dgm:pt>
    <dgm:pt modelId="{FC918C0C-86BE-47F9-BE16-4BE9CEB64182}" type="pres">
      <dgm:prSet presAssocID="{FE508B53-AC1E-4B19-8576-012266182B66}" presName="horz1" presStyleCnt="0"/>
      <dgm:spPr/>
    </dgm:pt>
    <dgm:pt modelId="{A921D7F4-3459-499E-875C-14670D5F8E58}" type="pres">
      <dgm:prSet presAssocID="{FE508B53-AC1E-4B19-8576-012266182B66}" presName="tx1" presStyleLbl="revTx" presStyleIdx="1" presStyleCnt="5" custLinFactNeighborY="29988"/>
      <dgm:spPr/>
      <dgm:t>
        <a:bodyPr/>
        <a:lstStyle/>
        <a:p>
          <a:endParaRPr lang="es-ES"/>
        </a:p>
      </dgm:t>
    </dgm:pt>
    <dgm:pt modelId="{0AD2314B-A6F6-40D5-8A2F-F5FD93DBDC7C}" type="pres">
      <dgm:prSet presAssocID="{FE508B53-AC1E-4B19-8576-012266182B66}" presName="vert1" presStyleCnt="0"/>
      <dgm:spPr/>
    </dgm:pt>
    <dgm:pt modelId="{AABF4EDF-792C-47F1-9523-6545A98F8C2C}" type="pres">
      <dgm:prSet presAssocID="{D2DA6EEB-CF1F-46D3-A30A-804634510BC4}" presName="thickLine" presStyleLbl="alignNode1" presStyleIdx="2" presStyleCnt="5"/>
      <dgm:spPr/>
    </dgm:pt>
    <dgm:pt modelId="{75EA188F-008B-4038-BA41-09F2DD6FF724}" type="pres">
      <dgm:prSet presAssocID="{D2DA6EEB-CF1F-46D3-A30A-804634510BC4}" presName="horz1" presStyleCnt="0"/>
      <dgm:spPr/>
    </dgm:pt>
    <dgm:pt modelId="{D94A88D3-50DD-455E-A167-49C6FE3AA84B}" type="pres">
      <dgm:prSet presAssocID="{D2DA6EEB-CF1F-46D3-A30A-804634510BC4}" presName="tx1" presStyleLbl="revTx" presStyleIdx="2" presStyleCnt="5"/>
      <dgm:spPr/>
      <dgm:t>
        <a:bodyPr/>
        <a:lstStyle/>
        <a:p>
          <a:endParaRPr lang="es-ES"/>
        </a:p>
      </dgm:t>
    </dgm:pt>
    <dgm:pt modelId="{F3B5C466-72E9-4548-B997-78ACC1115516}" type="pres">
      <dgm:prSet presAssocID="{D2DA6EEB-CF1F-46D3-A30A-804634510BC4}" presName="vert1" presStyleCnt="0"/>
      <dgm:spPr/>
    </dgm:pt>
    <dgm:pt modelId="{E701CE1F-EBDB-420E-A969-3CF399436B75}" type="pres">
      <dgm:prSet presAssocID="{D5A52F21-C8EB-489B-816F-1F4B03EBDDE7}" presName="thickLine" presStyleLbl="alignNode1" presStyleIdx="3" presStyleCnt="5"/>
      <dgm:spPr/>
    </dgm:pt>
    <dgm:pt modelId="{C01E7F4D-0C9B-4D95-AD80-76C52C645860}" type="pres">
      <dgm:prSet presAssocID="{D5A52F21-C8EB-489B-816F-1F4B03EBDDE7}" presName="horz1" presStyleCnt="0"/>
      <dgm:spPr/>
    </dgm:pt>
    <dgm:pt modelId="{134C1B32-259F-47E7-85B2-F8896DF50519}" type="pres">
      <dgm:prSet presAssocID="{D5A52F21-C8EB-489B-816F-1F4B03EBDDE7}" presName="tx1" presStyleLbl="revTx" presStyleIdx="3" presStyleCnt="5"/>
      <dgm:spPr/>
      <dgm:t>
        <a:bodyPr/>
        <a:lstStyle/>
        <a:p>
          <a:endParaRPr lang="es-ES"/>
        </a:p>
      </dgm:t>
    </dgm:pt>
    <dgm:pt modelId="{2AC99BFA-0A29-415E-BA57-B9BB468500BA}" type="pres">
      <dgm:prSet presAssocID="{D5A52F21-C8EB-489B-816F-1F4B03EBDDE7}" presName="vert1" presStyleCnt="0"/>
      <dgm:spPr/>
    </dgm:pt>
    <dgm:pt modelId="{FF31E426-904E-4570-B55C-EA8C0BD16499}" type="pres">
      <dgm:prSet presAssocID="{354DAB7D-20FF-4ADD-A89A-4EE8E93A6424}" presName="thickLine" presStyleLbl="alignNode1" presStyleIdx="4" presStyleCnt="5"/>
      <dgm:spPr/>
    </dgm:pt>
    <dgm:pt modelId="{D78DEE6F-A344-49F7-81DD-3A9D3D5E1732}" type="pres">
      <dgm:prSet presAssocID="{354DAB7D-20FF-4ADD-A89A-4EE8E93A6424}" presName="horz1" presStyleCnt="0"/>
      <dgm:spPr/>
    </dgm:pt>
    <dgm:pt modelId="{4376FB36-061C-45A5-8284-81477DB1D1BF}" type="pres">
      <dgm:prSet presAssocID="{354DAB7D-20FF-4ADD-A89A-4EE8E93A6424}" presName="tx1" presStyleLbl="revTx" presStyleIdx="4" presStyleCnt="5"/>
      <dgm:spPr/>
      <dgm:t>
        <a:bodyPr/>
        <a:lstStyle/>
        <a:p>
          <a:endParaRPr lang="es-ES"/>
        </a:p>
      </dgm:t>
    </dgm:pt>
    <dgm:pt modelId="{BD8C9F6D-5125-4217-BFEF-A52BD8EF5B52}" type="pres">
      <dgm:prSet presAssocID="{354DAB7D-20FF-4ADD-A89A-4EE8E93A6424}" presName="vert1" presStyleCnt="0"/>
      <dgm:spPr/>
    </dgm:pt>
  </dgm:ptLst>
  <dgm:cxnLst>
    <dgm:cxn modelId="{E538E0FB-95C4-4C0B-9CDD-6A0AE426C3C2}" type="presOf" srcId="{D5A52F21-C8EB-489B-816F-1F4B03EBDDE7}" destId="{134C1B32-259F-47E7-85B2-F8896DF50519}" srcOrd="0" destOrd="0" presId="urn:microsoft.com/office/officeart/2008/layout/LinedList"/>
    <dgm:cxn modelId="{A54D327E-66DB-4888-9D5C-ABE2787950B4}" type="presOf" srcId="{354DAB7D-20FF-4ADD-A89A-4EE8E93A6424}" destId="{4376FB36-061C-45A5-8284-81477DB1D1BF}" srcOrd="0" destOrd="0" presId="urn:microsoft.com/office/officeart/2008/layout/LinedList"/>
    <dgm:cxn modelId="{F5C4E60A-5AE5-4421-9F47-132209C00E16}" type="presOf" srcId="{FE508B53-AC1E-4B19-8576-012266182B66}" destId="{A921D7F4-3459-499E-875C-14670D5F8E58}" srcOrd="0" destOrd="0" presId="urn:microsoft.com/office/officeart/2008/layout/LinedList"/>
    <dgm:cxn modelId="{8B248EBA-7AE8-4394-B03A-DD89D275AE72}" type="presOf" srcId="{7E7E4E91-3184-44B1-B1B2-EF6489BCC779}" destId="{8155D208-0B1F-4DD0-B86F-79E26F0D6AED}" srcOrd="0" destOrd="0" presId="urn:microsoft.com/office/officeart/2008/layout/LinedList"/>
    <dgm:cxn modelId="{C093A3A5-B920-44F2-9AFC-6C3A455F7753}" srcId="{7E7E4E91-3184-44B1-B1B2-EF6489BCC779}" destId="{354DAB7D-20FF-4ADD-A89A-4EE8E93A6424}" srcOrd="4" destOrd="0" parTransId="{0D559F5A-D13E-4787-8AF0-F7D39E30C3BE}" sibTransId="{7C7AD083-75C9-4001-837C-461616588000}"/>
    <dgm:cxn modelId="{F637F83D-0F78-4E11-97A9-7ECEAC374B7A}" srcId="{7E7E4E91-3184-44B1-B1B2-EF6489BCC779}" destId="{D2DA6EEB-CF1F-46D3-A30A-804634510BC4}" srcOrd="2" destOrd="0" parTransId="{DDE62D67-8D03-4BE6-8E12-5F26A12C8628}" sibTransId="{B3B6D981-A9A3-4A75-BDFF-AC178AA29EFB}"/>
    <dgm:cxn modelId="{FB881DC8-121D-4416-8743-49DEB9D45DD0}" type="presOf" srcId="{4105C8FD-40C5-4E4E-B94F-C4D8224B6BF4}" destId="{DD132FB0-61FD-4C0A-9CB0-85A9522E2053}" srcOrd="0" destOrd="0" presId="urn:microsoft.com/office/officeart/2008/layout/LinedList"/>
    <dgm:cxn modelId="{14F220DC-B508-4EA0-91C1-CF735E43C166}" srcId="{7E7E4E91-3184-44B1-B1B2-EF6489BCC779}" destId="{4105C8FD-40C5-4E4E-B94F-C4D8224B6BF4}" srcOrd="0" destOrd="0" parTransId="{B7C5A0DA-4841-45BC-B19F-862764519805}" sibTransId="{AE3C3595-EF41-43E7-93F2-78785805E864}"/>
    <dgm:cxn modelId="{31531F0D-3C5B-4FF1-8375-1E9E39774327}" type="presOf" srcId="{D2DA6EEB-CF1F-46D3-A30A-804634510BC4}" destId="{D94A88D3-50DD-455E-A167-49C6FE3AA84B}" srcOrd="0" destOrd="0" presId="urn:microsoft.com/office/officeart/2008/layout/LinedList"/>
    <dgm:cxn modelId="{63B1FBB3-74DC-4EA6-B865-5C6DE3F40341}" srcId="{7E7E4E91-3184-44B1-B1B2-EF6489BCC779}" destId="{D5A52F21-C8EB-489B-816F-1F4B03EBDDE7}" srcOrd="3" destOrd="0" parTransId="{058CB8C8-D02D-4F37-BFA6-5BFDF399ECF8}" sibTransId="{AA52B80B-D506-433B-A4D2-11BFD1EC35AD}"/>
    <dgm:cxn modelId="{15D71827-E565-4951-988A-A80F7DF3385D}" srcId="{7E7E4E91-3184-44B1-B1B2-EF6489BCC779}" destId="{FE508B53-AC1E-4B19-8576-012266182B66}" srcOrd="1" destOrd="0" parTransId="{741970CD-2804-40D2-BF5A-17309648E98E}" sibTransId="{D4D9BA57-F232-4C24-9225-4C13671F67EE}"/>
    <dgm:cxn modelId="{FB6996B0-D7CA-4347-B1FD-B4860425049D}" type="presParOf" srcId="{8155D208-0B1F-4DD0-B86F-79E26F0D6AED}" destId="{AD91BE97-2E85-43C8-B7E0-BCB3DA612C49}" srcOrd="0" destOrd="0" presId="urn:microsoft.com/office/officeart/2008/layout/LinedList"/>
    <dgm:cxn modelId="{0978294C-D825-42DF-A109-FEB495E8ED49}" type="presParOf" srcId="{8155D208-0B1F-4DD0-B86F-79E26F0D6AED}" destId="{4BE29698-CCBB-4B2A-850D-0E25D118C6F3}" srcOrd="1" destOrd="0" presId="urn:microsoft.com/office/officeart/2008/layout/LinedList"/>
    <dgm:cxn modelId="{F5FEB671-59CC-4C3B-BE1D-322DDD61E60A}" type="presParOf" srcId="{4BE29698-CCBB-4B2A-850D-0E25D118C6F3}" destId="{DD132FB0-61FD-4C0A-9CB0-85A9522E2053}" srcOrd="0" destOrd="0" presId="urn:microsoft.com/office/officeart/2008/layout/LinedList"/>
    <dgm:cxn modelId="{129F4DBE-ADE8-423E-9913-A25118C96BE7}" type="presParOf" srcId="{4BE29698-CCBB-4B2A-850D-0E25D118C6F3}" destId="{0ADDF21C-5C71-47DF-8EF2-8695466C2B33}" srcOrd="1" destOrd="0" presId="urn:microsoft.com/office/officeart/2008/layout/LinedList"/>
    <dgm:cxn modelId="{D0F37B02-503E-4AA1-8644-7E7994DA0E90}" type="presParOf" srcId="{8155D208-0B1F-4DD0-B86F-79E26F0D6AED}" destId="{115D53DE-6499-4224-8BB9-D0F5C9634319}" srcOrd="2" destOrd="0" presId="urn:microsoft.com/office/officeart/2008/layout/LinedList"/>
    <dgm:cxn modelId="{A7F7C969-C7DC-43DE-8FBD-49797BC79EDE}" type="presParOf" srcId="{8155D208-0B1F-4DD0-B86F-79E26F0D6AED}" destId="{FC918C0C-86BE-47F9-BE16-4BE9CEB64182}" srcOrd="3" destOrd="0" presId="urn:microsoft.com/office/officeart/2008/layout/LinedList"/>
    <dgm:cxn modelId="{EA4B2B5A-7EF3-4EAF-988F-BB9C83E0F335}" type="presParOf" srcId="{FC918C0C-86BE-47F9-BE16-4BE9CEB64182}" destId="{A921D7F4-3459-499E-875C-14670D5F8E58}" srcOrd="0" destOrd="0" presId="urn:microsoft.com/office/officeart/2008/layout/LinedList"/>
    <dgm:cxn modelId="{27A33E4E-647A-4A51-B8BE-9653689F4D7D}" type="presParOf" srcId="{FC918C0C-86BE-47F9-BE16-4BE9CEB64182}" destId="{0AD2314B-A6F6-40D5-8A2F-F5FD93DBDC7C}" srcOrd="1" destOrd="0" presId="urn:microsoft.com/office/officeart/2008/layout/LinedList"/>
    <dgm:cxn modelId="{E06A8BB5-4B3B-463D-871D-C62BB3EBD5EB}" type="presParOf" srcId="{8155D208-0B1F-4DD0-B86F-79E26F0D6AED}" destId="{AABF4EDF-792C-47F1-9523-6545A98F8C2C}" srcOrd="4" destOrd="0" presId="urn:microsoft.com/office/officeart/2008/layout/LinedList"/>
    <dgm:cxn modelId="{406611D7-92F5-4C1D-A7BC-C4FB6B1139F6}" type="presParOf" srcId="{8155D208-0B1F-4DD0-B86F-79E26F0D6AED}" destId="{75EA188F-008B-4038-BA41-09F2DD6FF724}" srcOrd="5" destOrd="0" presId="urn:microsoft.com/office/officeart/2008/layout/LinedList"/>
    <dgm:cxn modelId="{BC76E99F-F197-4D27-93F1-DF89FDB11E56}" type="presParOf" srcId="{75EA188F-008B-4038-BA41-09F2DD6FF724}" destId="{D94A88D3-50DD-455E-A167-49C6FE3AA84B}" srcOrd="0" destOrd="0" presId="urn:microsoft.com/office/officeart/2008/layout/LinedList"/>
    <dgm:cxn modelId="{8287A341-3982-41E8-AC08-F554A48FF950}" type="presParOf" srcId="{75EA188F-008B-4038-BA41-09F2DD6FF724}" destId="{F3B5C466-72E9-4548-B997-78ACC1115516}" srcOrd="1" destOrd="0" presId="urn:microsoft.com/office/officeart/2008/layout/LinedList"/>
    <dgm:cxn modelId="{0B2CDB90-4064-4AB3-B6B2-1C987732CB13}" type="presParOf" srcId="{8155D208-0B1F-4DD0-B86F-79E26F0D6AED}" destId="{E701CE1F-EBDB-420E-A969-3CF399436B75}" srcOrd="6" destOrd="0" presId="urn:microsoft.com/office/officeart/2008/layout/LinedList"/>
    <dgm:cxn modelId="{F59B452F-7012-4E67-A924-637D73234A0A}" type="presParOf" srcId="{8155D208-0B1F-4DD0-B86F-79E26F0D6AED}" destId="{C01E7F4D-0C9B-4D95-AD80-76C52C645860}" srcOrd="7" destOrd="0" presId="urn:microsoft.com/office/officeart/2008/layout/LinedList"/>
    <dgm:cxn modelId="{250C0304-D84F-4339-8409-728B3A16EEAB}" type="presParOf" srcId="{C01E7F4D-0C9B-4D95-AD80-76C52C645860}" destId="{134C1B32-259F-47E7-85B2-F8896DF50519}" srcOrd="0" destOrd="0" presId="urn:microsoft.com/office/officeart/2008/layout/LinedList"/>
    <dgm:cxn modelId="{7FF99FDB-364C-42E4-8B9E-4B1179975131}" type="presParOf" srcId="{C01E7F4D-0C9B-4D95-AD80-76C52C645860}" destId="{2AC99BFA-0A29-415E-BA57-B9BB468500BA}" srcOrd="1" destOrd="0" presId="urn:microsoft.com/office/officeart/2008/layout/LinedList"/>
    <dgm:cxn modelId="{A27F9D24-1090-4453-9DE6-3E4A9DBE7E57}" type="presParOf" srcId="{8155D208-0B1F-4DD0-B86F-79E26F0D6AED}" destId="{FF31E426-904E-4570-B55C-EA8C0BD16499}" srcOrd="8" destOrd="0" presId="urn:microsoft.com/office/officeart/2008/layout/LinedList"/>
    <dgm:cxn modelId="{6877C741-FF23-4414-B6E4-3A34E804D07A}" type="presParOf" srcId="{8155D208-0B1F-4DD0-B86F-79E26F0D6AED}" destId="{D78DEE6F-A344-49F7-81DD-3A9D3D5E1732}" srcOrd="9" destOrd="0" presId="urn:microsoft.com/office/officeart/2008/layout/LinedList"/>
    <dgm:cxn modelId="{CEB6EA63-3E65-4AD1-BF7A-3FE11304128E}" type="presParOf" srcId="{D78DEE6F-A344-49F7-81DD-3A9D3D5E1732}" destId="{4376FB36-061C-45A5-8284-81477DB1D1BF}" srcOrd="0" destOrd="0" presId="urn:microsoft.com/office/officeart/2008/layout/LinedList"/>
    <dgm:cxn modelId="{6A14C573-DC0F-4921-A043-E5107BC88FE8}" type="presParOf" srcId="{D78DEE6F-A344-49F7-81DD-3A9D3D5E1732}" destId="{BD8C9F6D-5125-4217-BFEF-A52BD8EF5B5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998532-9E10-4B80-94F3-72A1464347FA}" type="doc">
      <dgm:prSet loTypeId="urn:microsoft.com/office/officeart/2008/layout/LinedList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s-ES"/>
        </a:p>
      </dgm:t>
    </dgm:pt>
    <dgm:pt modelId="{F294B304-7A39-4E31-91FD-2406DF768E65}">
      <dgm:prSet/>
      <dgm:spPr/>
      <dgm:t>
        <a:bodyPr/>
        <a:lstStyle/>
        <a:p>
          <a:pPr rtl="0"/>
          <a:r>
            <a:rPr lang="es-MX" b="1" smtClean="0"/>
            <a:t>Adaptación de los contenidos de la “parrilla” </a:t>
          </a:r>
          <a:r>
            <a:rPr lang="es-MX" smtClean="0"/>
            <a:t>de acuerdo con las características y </a:t>
          </a:r>
          <a:r>
            <a:rPr lang="es-ES" smtClean="0"/>
            <a:t>necesidades </a:t>
          </a:r>
          <a:r>
            <a:rPr lang="es-MX" smtClean="0"/>
            <a:t>de sus alumnos, así como de las condiciones del centro escolar. </a:t>
          </a:r>
          <a:endParaRPr lang="es-MX"/>
        </a:p>
      </dgm:t>
    </dgm:pt>
    <dgm:pt modelId="{EFA58F27-7B9D-43ED-8760-F64267598DC4}" type="parTrans" cxnId="{21896567-C675-4AD3-BB96-96F2291C872B}">
      <dgm:prSet/>
      <dgm:spPr/>
      <dgm:t>
        <a:bodyPr/>
        <a:lstStyle/>
        <a:p>
          <a:endParaRPr lang="es-ES"/>
        </a:p>
      </dgm:t>
    </dgm:pt>
    <dgm:pt modelId="{23B5C198-8316-4A06-AD3B-29E52C8C9275}" type="sibTrans" cxnId="{21896567-C675-4AD3-BB96-96F2291C872B}">
      <dgm:prSet/>
      <dgm:spPr/>
      <dgm:t>
        <a:bodyPr/>
        <a:lstStyle/>
        <a:p>
          <a:endParaRPr lang="es-ES"/>
        </a:p>
      </dgm:t>
    </dgm:pt>
    <dgm:pt modelId="{0D9D2EFC-F368-482F-8499-BFE2DE79D603}">
      <dgm:prSet/>
      <dgm:spPr/>
      <dgm:t>
        <a:bodyPr/>
        <a:lstStyle/>
        <a:p>
          <a:pPr rtl="0"/>
          <a:r>
            <a:rPr lang="es-MX" b="1" smtClean="0"/>
            <a:t>Organización</a:t>
          </a:r>
          <a:r>
            <a:rPr lang="es-MX" smtClean="0"/>
            <a:t>: de los alumnos, distribución del tiempo y espacio del aula de acuerdo con los grados y la diversidad de los alumnos, así como las características del centro escolar.</a:t>
          </a:r>
          <a:endParaRPr lang="es-MX"/>
        </a:p>
      </dgm:t>
    </dgm:pt>
    <dgm:pt modelId="{F9842D11-339D-419C-BEC5-DA529C429A9E}" type="parTrans" cxnId="{AB0C6B1E-49C9-4FF8-9059-209685EA6ADD}">
      <dgm:prSet/>
      <dgm:spPr/>
      <dgm:t>
        <a:bodyPr/>
        <a:lstStyle/>
        <a:p>
          <a:endParaRPr lang="es-ES"/>
        </a:p>
      </dgm:t>
    </dgm:pt>
    <dgm:pt modelId="{FCF1708C-7049-4FEF-93D3-AF1A98201412}" type="sibTrans" cxnId="{AB0C6B1E-49C9-4FF8-9059-209685EA6ADD}">
      <dgm:prSet/>
      <dgm:spPr/>
      <dgm:t>
        <a:bodyPr/>
        <a:lstStyle/>
        <a:p>
          <a:endParaRPr lang="es-ES"/>
        </a:p>
      </dgm:t>
    </dgm:pt>
    <dgm:pt modelId="{D1BCD643-1063-45A6-B94F-2779DD6FC1B3}">
      <dgm:prSet/>
      <dgm:spPr/>
      <dgm:t>
        <a:bodyPr/>
        <a:lstStyle/>
        <a:p>
          <a:pPr rtl="0"/>
          <a:r>
            <a:rPr lang="es-MX" b="1" dirty="0" smtClean="0"/>
            <a:t>Actividades de enseñanza y aprendizaje: </a:t>
          </a:r>
          <a:r>
            <a:rPr lang="es-MX" dirty="0" smtClean="0"/>
            <a:t>diversificadas </a:t>
          </a:r>
          <a:r>
            <a:rPr lang="es-ES" dirty="0" smtClean="0"/>
            <a:t>para atender a alumnos de diferentes grados, revisar los contenidos de distintas asignaturas y en su caso, atender la diversidad lingüística. </a:t>
          </a:r>
          <a:endParaRPr lang="es-MX" dirty="0"/>
        </a:p>
      </dgm:t>
    </dgm:pt>
    <dgm:pt modelId="{82ECABB7-2A0E-4978-8532-8DE88E9D6823}" type="parTrans" cxnId="{72DB3386-9F23-4323-8687-97F78704048A}">
      <dgm:prSet/>
      <dgm:spPr/>
      <dgm:t>
        <a:bodyPr/>
        <a:lstStyle/>
        <a:p>
          <a:endParaRPr lang="es-ES"/>
        </a:p>
      </dgm:t>
    </dgm:pt>
    <dgm:pt modelId="{8388D3C7-5E26-4B51-A63C-82F9B348B944}" type="sibTrans" cxnId="{72DB3386-9F23-4323-8687-97F78704048A}">
      <dgm:prSet/>
      <dgm:spPr/>
      <dgm:t>
        <a:bodyPr/>
        <a:lstStyle/>
        <a:p>
          <a:endParaRPr lang="es-ES"/>
        </a:p>
      </dgm:t>
    </dgm:pt>
    <dgm:pt modelId="{972AA900-BBD6-43A1-B362-08EC8BF2AF11}">
      <dgm:prSet/>
      <dgm:spPr/>
      <dgm:t>
        <a:bodyPr/>
        <a:lstStyle/>
        <a:p>
          <a:pPr rtl="0"/>
          <a:r>
            <a:rPr lang="es-ES" b="1" smtClean="0"/>
            <a:t>Consideración de referentes: </a:t>
          </a:r>
          <a:r>
            <a:rPr lang="es-ES" smtClean="0"/>
            <a:t>el material que utilizan corresponde al plan de estudios de 2006 (Red EDUSAT, libros de texto, parrillas) lo que implica realizar constantes adaptaciones para acercarse al Plan 2011. </a:t>
          </a:r>
          <a:endParaRPr lang="es-MX"/>
        </a:p>
      </dgm:t>
    </dgm:pt>
    <dgm:pt modelId="{30654592-A7D4-4070-945C-BA5330D63B32}" type="parTrans" cxnId="{48154122-293A-4583-B49E-71E81D845C89}">
      <dgm:prSet/>
      <dgm:spPr/>
      <dgm:t>
        <a:bodyPr/>
        <a:lstStyle/>
        <a:p>
          <a:endParaRPr lang="es-ES"/>
        </a:p>
      </dgm:t>
    </dgm:pt>
    <dgm:pt modelId="{A91A5013-9273-4D31-A8F2-D6BF2228E8BC}" type="sibTrans" cxnId="{48154122-293A-4583-B49E-71E81D845C89}">
      <dgm:prSet/>
      <dgm:spPr/>
      <dgm:t>
        <a:bodyPr/>
        <a:lstStyle/>
        <a:p>
          <a:endParaRPr lang="es-ES"/>
        </a:p>
      </dgm:t>
    </dgm:pt>
    <dgm:pt modelId="{3550FDE9-7E01-4EE4-9B5A-3EA1C4A5AD5F}">
      <dgm:prSet/>
      <dgm:spPr/>
      <dgm:t>
        <a:bodyPr/>
        <a:lstStyle/>
        <a:p>
          <a:pPr rtl="0"/>
          <a:r>
            <a:rPr lang="es-MX" smtClean="0"/>
            <a:t>Considerar que la función del docente de </a:t>
          </a:r>
          <a:r>
            <a:rPr lang="es-MX" b="1" smtClean="0"/>
            <a:t>Telesecundaria</a:t>
          </a:r>
          <a:r>
            <a:rPr lang="es-MX" smtClean="0"/>
            <a:t>, de acuerdo al modelo, es de guía o facilitador del aprendizaje.</a:t>
          </a:r>
          <a:endParaRPr lang="es-MX"/>
        </a:p>
      </dgm:t>
    </dgm:pt>
    <dgm:pt modelId="{15A5491D-BAFD-424F-A53B-5B461178F63A}" type="parTrans" cxnId="{3DBB8FB9-E7C7-4D38-80F3-A466E13360E5}">
      <dgm:prSet/>
      <dgm:spPr/>
      <dgm:t>
        <a:bodyPr/>
        <a:lstStyle/>
        <a:p>
          <a:endParaRPr lang="es-ES"/>
        </a:p>
      </dgm:t>
    </dgm:pt>
    <dgm:pt modelId="{73146F5E-FE68-4F07-89CF-2AB82A43E23A}" type="sibTrans" cxnId="{3DBB8FB9-E7C7-4D38-80F3-A466E13360E5}">
      <dgm:prSet/>
      <dgm:spPr/>
      <dgm:t>
        <a:bodyPr/>
        <a:lstStyle/>
        <a:p>
          <a:endParaRPr lang="es-ES"/>
        </a:p>
      </dgm:t>
    </dgm:pt>
    <dgm:pt modelId="{8385D3DA-CBEA-474C-AC73-631E6AAA3A4C}" type="pres">
      <dgm:prSet presAssocID="{84998532-9E10-4B80-94F3-72A1464347FA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F27F93EC-6CB1-4E46-8BC3-05910785632D}" type="pres">
      <dgm:prSet presAssocID="{F294B304-7A39-4E31-91FD-2406DF768E65}" presName="thickLine" presStyleLbl="alignNode1" presStyleIdx="0" presStyleCnt="5"/>
      <dgm:spPr/>
    </dgm:pt>
    <dgm:pt modelId="{DA261C9B-378D-4A6A-89C9-D7C050F5F0F6}" type="pres">
      <dgm:prSet presAssocID="{F294B304-7A39-4E31-91FD-2406DF768E65}" presName="horz1" presStyleCnt="0"/>
      <dgm:spPr/>
    </dgm:pt>
    <dgm:pt modelId="{B8015F70-69C0-46C7-BFC0-D8AD943E863F}" type="pres">
      <dgm:prSet presAssocID="{F294B304-7A39-4E31-91FD-2406DF768E65}" presName="tx1" presStyleLbl="revTx" presStyleIdx="0" presStyleCnt="5"/>
      <dgm:spPr/>
      <dgm:t>
        <a:bodyPr/>
        <a:lstStyle/>
        <a:p>
          <a:endParaRPr lang="es-ES"/>
        </a:p>
      </dgm:t>
    </dgm:pt>
    <dgm:pt modelId="{DB77ED05-92A0-4A1F-9283-FB85D6AE27CF}" type="pres">
      <dgm:prSet presAssocID="{F294B304-7A39-4E31-91FD-2406DF768E65}" presName="vert1" presStyleCnt="0"/>
      <dgm:spPr/>
    </dgm:pt>
    <dgm:pt modelId="{44F48E01-DE85-4263-911F-AA5B0514A9C8}" type="pres">
      <dgm:prSet presAssocID="{0D9D2EFC-F368-482F-8499-BFE2DE79D603}" presName="thickLine" presStyleLbl="alignNode1" presStyleIdx="1" presStyleCnt="5"/>
      <dgm:spPr/>
    </dgm:pt>
    <dgm:pt modelId="{8A0FEC24-4CC9-4A47-BE8D-3DDD399F1A64}" type="pres">
      <dgm:prSet presAssocID="{0D9D2EFC-F368-482F-8499-BFE2DE79D603}" presName="horz1" presStyleCnt="0"/>
      <dgm:spPr/>
    </dgm:pt>
    <dgm:pt modelId="{DF732597-3C68-401D-B352-290F5E436C9D}" type="pres">
      <dgm:prSet presAssocID="{0D9D2EFC-F368-482F-8499-BFE2DE79D603}" presName="tx1" presStyleLbl="revTx" presStyleIdx="1" presStyleCnt="5"/>
      <dgm:spPr/>
      <dgm:t>
        <a:bodyPr/>
        <a:lstStyle/>
        <a:p>
          <a:endParaRPr lang="es-ES"/>
        </a:p>
      </dgm:t>
    </dgm:pt>
    <dgm:pt modelId="{853A0266-0560-4A53-904B-29A47F54935A}" type="pres">
      <dgm:prSet presAssocID="{0D9D2EFC-F368-482F-8499-BFE2DE79D603}" presName="vert1" presStyleCnt="0"/>
      <dgm:spPr/>
    </dgm:pt>
    <dgm:pt modelId="{21AD6873-E57A-41CC-8C94-880808461026}" type="pres">
      <dgm:prSet presAssocID="{D1BCD643-1063-45A6-B94F-2779DD6FC1B3}" presName="thickLine" presStyleLbl="alignNode1" presStyleIdx="2" presStyleCnt="5"/>
      <dgm:spPr/>
    </dgm:pt>
    <dgm:pt modelId="{4AFBC6D0-B481-45F5-B3A1-21BBE034E2B4}" type="pres">
      <dgm:prSet presAssocID="{D1BCD643-1063-45A6-B94F-2779DD6FC1B3}" presName="horz1" presStyleCnt="0"/>
      <dgm:spPr/>
    </dgm:pt>
    <dgm:pt modelId="{1016E048-368E-4275-975C-E1844A22056A}" type="pres">
      <dgm:prSet presAssocID="{D1BCD643-1063-45A6-B94F-2779DD6FC1B3}" presName="tx1" presStyleLbl="revTx" presStyleIdx="2" presStyleCnt="5"/>
      <dgm:spPr/>
      <dgm:t>
        <a:bodyPr/>
        <a:lstStyle/>
        <a:p>
          <a:endParaRPr lang="es-ES"/>
        </a:p>
      </dgm:t>
    </dgm:pt>
    <dgm:pt modelId="{1927EFBA-4240-4357-B40D-5A3DAC84877F}" type="pres">
      <dgm:prSet presAssocID="{D1BCD643-1063-45A6-B94F-2779DD6FC1B3}" presName="vert1" presStyleCnt="0"/>
      <dgm:spPr/>
    </dgm:pt>
    <dgm:pt modelId="{3094B679-3ED0-46A0-B133-486227BB965B}" type="pres">
      <dgm:prSet presAssocID="{972AA900-BBD6-43A1-B362-08EC8BF2AF11}" presName="thickLine" presStyleLbl="alignNode1" presStyleIdx="3" presStyleCnt="5"/>
      <dgm:spPr/>
    </dgm:pt>
    <dgm:pt modelId="{4D0EB57F-0956-4E47-B064-7049DC6B73BB}" type="pres">
      <dgm:prSet presAssocID="{972AA900-BBD6-43A1-B362-08EC8BF2AF11}" presName="horz1" presStyleCnt="0"/>
      <dgm:spPr/>
    </dgm:pt>
    <dgm:pt modelId="{5E64BD5F-6A66-467C-8DE0-1E329D1A9779}" type="pres">
      <dgm:prSet presAssocID="{972AA900-BBD6-43A1-B362-08EC8BF2AF11}" presName="tx1" presStyleLbl="revTx" presStyleIdx="3" presStyleCnt="5"/>
      <dgm:spPr/>
      <dgm:t>
        <a:bodyPr/>
        <a:lstStyle/>
        <a:p>
          <a:endParaRPr lang="es-ES"/>
        </a:p>
      </dgm:t>
    </dgm:pt>
    <dgm:pt modelId="{9A71C77F-FDFC-4CB0-93E1-C4C825BABA28}" type="pres">
      <dgm:prSet presAssocID="{972AA900-BBD6-43A1-B362-08EC8BF2AF11}" presName="vert1" presStyleCnt="0"/>
      <dgm:spPr/>
    </dgm:pt>
    <dgm:pt modelId="{28C6E710-A864-407F-BA68-2737A4670A65}" type="pres">
      <dgm:prSet presAssocID="{3550FDE9-7E01-4EE4-9B5A-3EA1C4A5AD5F}" presName="thickLine" presStyleLbl="alignNode1" presStyleIdx="4" presStyleCnt="5"/>
      <dgm:spPr/>
    </dgm:pt>
    <dgm:pt modelId="{D0865CE4-E074-4DF5-BE6A-6DCA98452714}" type="pres">
      <dgm:prSet presAssocID="{3550FDE9-7E01-4EE4-9B5A-3EA1C4A5AD5F}" presName="horz1" presStyleCnt="0"/>
      <dgm:spPr/>
    </dgm:pt>
    <dgm:pt modelId="{850B941E-EB23-44AE-9DEA-70B2D0342EDF}" type="pres">
      <dgm:prSet presAssocID="{3550FDE9-7E01-4EE4-9B5A-3EA1C4A5AD5F}" presName="tx1" presStyleLbl="revTx" presStyleIdx="4" presStyleCnt="5"/>
      <dgm:spPr/>
      <dgm:t>
        <a:bodyPr/>
        <a:lstStyle/>
        <a:p>
          <a:endParaRPr lang="es-ES"/>
        </a:p>
      </dgm:t>
    </dgm:pt>
    <dgm:pt modelId="{67129E4E-A8AD-4AAC-B23A-95F059695E23}" type="pres">
      <dgm:prSet presAssocID="{3550FDE9-7E01-4EE4-9B5A-3EA1C4A5AD5F}" presName="vert1" presStyleCnt="0"/>
      <dgm:spPr/>
    </dgm:pt>
  </dgm:ptLst>
  <dgm:cxnLst>
    <dgm:cxn modelId="{AB0C6B1E-49C9-4FF8-9059-209685EA6ADD}" srcId="{84998532-9E10-4B80-94F3-72A1464347FA}" destId="{0D9D2EFC-F368-482F-8499-BFE2DE79D603}" srcOrd="1" destOrd="0" parTransId="{F9842D11-339D-419C-BEC5-DA529C429A9E}" sibTransId="{FCF1708C-7049-4FEF-93D3-AF1A98201412}"/>
    <dgm:cxn modelId="{21896567-C675-4AD3-BB96-96F2291C872B}" srcId="{84998532-9E10-4B80-94F3-72A1464347FA}" destId="{F294B304-7A39-4E31-91FD-2406DF768E65}" srcOrd="0" destOrd="0" parTransId="{EFA58F27-7B9D-43ED-8760-F64267598DC4}" sibTransId="{23B5C198-8316-4A06-AD3B-29E52C8C9275}"/>
    <dgm:cxn modelId="{48154122-293A-4583-B49E-71E81D845C89}" srcId="{84998532-9E10-4B80-94F3-72A1464347FA}" destId="{972AA900-BBD6-43A1-B362-08EC8BF2AF11}" srcOrd="3" destOrd="0" parTransId="{30654592-A7D4-4070-945C-BA5330D63B32}" sibTransId="{A91A5013-9273-4D31-A8F2-D6BF2228E8BC}"/>
    <dgm:cxn modelId="{11B9E601-8664-4A5C-9928-3B215A7B1E46}" type="presOf" srcId="{F294B304-7A39-4E31-91FD-2406DF768E65}" destId="{B8015F70-69C0-46C7-BFC0-D8AD943E863F}" srcOrd="0" destOrd="0" presId="urn:microsoft.com/office/officeart/2008/layout/LinedList"/>
    <dgm:cxn modelId="{4BAE16B4-75BF-4240-8967-F60D3F272794}" type="presOf" srcId="{3550FDE9-7E01-4EE4-9B5A-3EA1C4A5AD5F}" destId="{850B941E-EB23-44AE-9DEA-70B2D0342EDF}" srcOrd="0" destOrd="0" presId="urn:microsoft.com/office/officeart/2008/layout/LinedList"/>
    <dgm:cxn modelId="{E8B1DD12-A360-446D-BCA9-D2F725933A25}" type="presOf" srcId="{D1BCD643-1063-45A6-B94F-2779DD6FC1B3}" destId="{1016E048-368E-4275-975C-E1844A22056A}" srcOrd="0" destOrd="0" presId="urn:microsoft.com/office/officeart/2008/layout/LinedList"/>
    <dgm:cxn modelId="{934F03C9-5B47-427D-9214-69CD459895D5}" type="presOf" srcId="{0D9D2EFC-F368-482F-8499-BFE2DE79D603}" destId="{DF732597-3C68-401D-B352-290F5E436C9D}" srcOrd="0" destOrd="0" presId="urn:microsoft.com/office/officeart/2008/layout/LinedList"/>
    <dgm:cxn modelId="{2A6CFD85-0E36-4DCE-A371-28E56A6608B4}" type="presOf" srcId="{84998532-9E10-4B80-94F3-72A1464347FA}" destId="{8385D3DA-CBEA-474C-AC73-631E6AAA3A4C}" srcOrd="0" destOrd="0" presId="urn:microsoft.com/office/officeart/2008/layout/LinedList"/>
    <dgm:cxn modelId="{3DBB8FB9-E7C7-4D38-80F3-A466E13360E5}" srcId="{84998532-9E10-4B80-94F3-72A1464347FA}" destId="{3550FDE9-7E01-4EE4-9B5A-3EA1C4A5AD5F}" srcOrd="4" destOrd="0" parTransId="{15A5491D-BAFD-424F-A53B-5B461178F63A}" sibTransId="{73146F5E-FE68-4F07-89CF-2AB82A43E23A}"/>
    <dgm:cxn modelId="{B6970523-7D0B-4F9E-8403-3C469D33A9AB}" type="presOf" srcId="{972AA900-BBD6-43A1-B362-08EC8BF2AF11}" destId="{5E64BD5F-6A66-467C-8DE0-1E329D1A9779}" srcOrd="0" destOrd="0" presId="urn:microsoft.com/office/officeart/2008/layout/LinedList"/>
    <dgm:cxn modelId="{72DB3386-9F23-4323-8687-97F78704048A}" srcId="{84998532-9E10-4B80-94F3-72A1464347FA}" destId="{D1BCD643-1063-45A6-B94F-2779DD6FC1B3}" srcOrd="2" destOrd="0" parTransId="{82ECABB7-2A0E-4978-8532-8DE88E9D6823}" sibTransId="{8388D3C7-5E26-4B51-A63C-82F9B348B944}"/>
    <dgm:cxn modelId="{E1A51C12-CFB8-4922-9043-02C95683E3F9}" type="presParOf" srcId="{8385D3DA-CBEA-474C-AC73-631E6AAA3A4C}" destId="{F27F93EC-6CB1-4E46-8BC3-05910785632D}" srcOrd="0" destOrd="0" presId="urn:microsoft.com/office/officeart/2008/layout/LinedList"/>
    <dgm:cxn modelId="{6A6A9225-A2C9-404A-85D8-725B1FA9A3D2}" type="presParOf" srcId="{8385D3DA-CBEA-474C-AC73-631E6AAA3A4C}" destId="{DA261C9B-378D-4A6A-89C9-D7C050F5F0F6}" srcOrd="1" destOrd="0" presId="urn:microsoft.com/office/officeart/2008/layout/LinedList"/>
    <dgm:cxn modelId="{2771E32F-61F2-4F66-8E24-E06B0B03158D}" type="presParOf" srcId="{DA261C9B-378D-4A6A-89C9-D7C050F5F0F6}" destId="{B8015F70-69C0-46C7-BFC0-D8AD943E863F}" srcOrd="0" destOrd="0" presId="urn:microsoft.com/office/officeart/2008/layout/LinedList"/>
    <dgm:cxn modelId="{9BE5734D-D89A-428C-8A04-E66E05699CFF}" type="presParOf" srcId="{DA261C9B-378D-4A6A-89C9-D7C050F5F0F6}" destId="{DB77ED05-92A0-4A1F-9283-FB85D6AE27CF}" srcOrd="1" destOrd="0" presId="urn:microsoft.com/office/officeart/2008/layout/LinedList"/>
    <dgm:cxn modelId="{59997251-6E5E-4F79-8EC4-BE7BCBD03475}" type="presParOf" srcId="{8385D3DA-CBEA-474C-AC73-631E6AAA3A4C}" destId="{44F48E01-DE85-4263-911F-AA5B0514A9C8}" srcOrd="2" destOrd="0" presId="urn:microsoft.com/office/officeart/2008/layout/LinedList"/>
    <dgm:cxn modelId="{49821B71-03D1-4092-A738-CCCF585C4D6A}" type="presParOf" srcId="{8385D3DA-CBEA-474C-AC73-631E6AAA3A4C}" destId="{8A0FEC24-4CC9-4A47-BE8D-3DDD399F1A64}" srcOrd="3" destOrd="0" presId="urn:microsoft.com/office/officeart/2008/layout/LinedList"/>
    <dgm:cxn modelId="{A4CD85BE-7E3A-4A13-8022-06390EC46BD5}" type="presParOf" srcId="{8A0FEC24-4CC9-4A47-BE8D-3DDD399F1A64}" destId="{DF732597-3C68-401D-B352-290F5E436C9D}" srcOrd="0" destOrd="0" presId="urn:microsoft.com/office/officeart/2008/layout/LinedList"/>
    <dgm:cxn modelId="{99ECE42F-E2C3-4176-829B-5DF122F858DB}" type="presParOf" srcId="{8A0FEC24-4CC9-4A47-BE8D-3DDD399F1A64}" destId="{853A0266-0560-4A53-904B-29A47F54935A}" srcOrd="1" destOrd="0" presId="urn:microsoft.com/office/officeart/2008/layout/LinedList"/>
    <dgm:cxn modelId="{340D82BC-A778-48DB-9270-4C8B0910BB38}" type="presParOf" srcId="{8385D3DA-CBEA-474C-AC73-631E6AAA3A4C}" destId="{21AD6873-E57A-41CC-8C94-880808461026}" srcOrd="4" destOrd="0" presId="urn:microsoft.com/office/officeart/2008/layout/LinedList"/>
    <dgm:cxn modelId="{30BC0ABE-5320-4F82-B334-74083824E37C}" type="presParOf" srcId="{8385D3DA-CBEA-474C-AC73-631E6AAA3A4C}" destId="{4AFBC6D0-B481-45F5-B3A1-21BBE034E2B4}" srcOrd="5" destOrd="0" presId="urn:microsoft.com/office/officeart/2008/layout/LinedList"/>
    <dgm:cxn modelId="{C559AC3C-A212-4F0D-B5AC-C06B5B34B16B}" type="presParOf" srcId="{4AFBC6D0-B481-45F5-B3A1-21BBE034E2B4}" destId="{1016E048-368E-4275-975C-E1844A22056A}" srcOrd="0" destOrd="0" presId="urn:microsoft.com/office/officeart/2008/layout/LinedList"/>
    <dgm:cxn modelId="{25904EC7-73AF-4583-BD27-777A24537A59}" type="presParOf" srcId="{4AFBC6D0-B481-45F5-B3A1-21BBE034E2B4}" destId="{1927EFBA-4240-4357-B40D-5A3DAC84877F}" srcOrd="1" destOrd="0" presId="urn:microsoft.com/office/officeart/2008/layout/LinedList"/>
    <dgm:cxn modelId="{2049596E-E4CE-4BEA-BF7A-03C367F441CD}" type="presParOf" srcId="{8385D3DA-CBEA-474C-AC73-631E6AAA3A4C}" destId="{3094B679-3ED0-46A0-B133-486227BB965B}" srcOrd="6" destOrd="0" presId="urn:microsoft.com/office/officeart/2008/layout/LinedList"/>
    <dgm:cxn modelId="{56660787-B36F-4DA9-B996-7C878B9B7C62}" type="presParOf" srcId="{8385D3DA-CBEA-474C-AC73-631E6AAA3A4C}" destId="{4D0EB57F-0956-4E47-B064-7049DC6B73BB}" srcOrd="7" destOrd="0" presId="urn:microsoft.com/office/officeart/2008/layout/LinedList"/>
    <dgm:cxn modelId="{897B0C89-B5C8-41AD-8EC0-3A0B36DEF71B}" type="presParOf" srcId="{4D0EB57F-0956-4E47-B064-7049DC6B73BB}" destId="{5E64BD5F-6A66-467C-8DE0-1E329D1A9779}" srcOrd="0" destOrd="0" presId="urn:microsoft.com/office/officeart/2008/layout/LinedList"/>
    <dgm:cxn modelId="{ECD85F27-8F8A-4E32-B256-6C9FACB68ACB}" type="presParOf" srcId="{4D0EB57F-0956-4E47-B064-7049DC6B73BB}" destId="{9A71C77F-FDFC-4CB0-93E1-C4C825BABA28}" srcOrd="1" destOrd="0" presId="urn:microsoft.com/office/officeart/2008/layout/LinedList"/>
    <dgm:cxn modelId="{25F18854-34A1-443D-A8ED-B9F2016EB215}" type="presParOf" srcId="{8385D3DA-CBEA-474C-AC73-631E6AAA3A4C}" destId="{28C6E710-A864-407F-BA68-2737A4670A65}" srcOrd="8" destOrd="0" presId="urn:microsoft.com/office/officeart/2008/layout/LinedList"/>
    <dgm:cxn modelId="{B16339FB-0EB3-42B9-8A43-C67B8B004385}" type="presParOf" srcId="{8385D3DA-CBEA-474C-AC73-631E6AAA3A4C}" destId="{D0865CE4-E074-4DF5-BE6A-6DCA98452714}" srcOrd="9" destOrd="0" presId="urn:microsoft.com/office/officeart/2008/layout/LinedList"/>
    <dgm:cxn modelId="{292ECDC6-18D7-4434-B641-D9F6C6253161}" type="presParOf" srcId="{D0865CE4-E074-4DF5-BE6A-6DCA98452714}" destId="{850B941E-EB23-44AE-9DEA-70B2D0342EDF}" srcOrd="0" destOrd="0" presId="urn:microsoft.com/office/officeart/2008/layout/LinedList"/>
    <dgm:cxn modelId="{E6E157A0-2A25-4FCC-8375-3CBA2B412F3E}" type="presParOf" srcId="{D0865CE4-E074-4DF5-BE6A-6DCA98452714}" destId="{67129E4E-A8AD-4AAC-B23A-95F059695E2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593AB9-7EC4-41DC-B9D4-56D7A58CA670}" type="doc">
      <dgm:prSet loTypeId="urn:microsoft.com/office/officeart/2008/layout/LinedList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s-ES"/>
        </a:p>
      </dgm:t>
    </dgm:pt>
    <dgm:pt modelId="{4823E5EF-0D67-4512-9E50-8BBBC22D8060}">
      <dgm:prSet/>
      <dgm:spPr/>
      <dgm:t>
        <a:bodyPr/>
        <a:lstStyle/>
        <a:p>
          <a:pPr rtl="0"/>
          <a:r>
            <a:rPr lang="es-MX" dirty="0" smtClean="0"/>
            <a:t>La experiencia en la enseñanza multigrado y en el enfoque intercultural bilingüe.</a:t>
          </a:r>
          <a:endParaRPr lang="es-MX" dirty="0"/>
        </a:p>
      </dgm:t>
    </dgm:pt>
    <dgm:pt modelId="{A77D5FEA-5388-42EB-8F66-E96FBB91A2D1}" type="parTrans" cxnId="{3A433481-C92A-4907-8970-2D6E5453E8F1}">
      <dgm:prSet/>
      <dgm:spPr/>
      <dgm:t>
        <a:bodyPr/>
        <a:lstStyle/>
        <a:p>
          <a:endParaRPr lang="es-ES"/>
        </a:p>
      </dgm:t>
    </dgm:pt>
    <dgm:pt modelId="{F1B306F5-B156-4903-9295-483A52F6AB25}" type="sibTrans" cxnId="{3A433481-C92A-4907-8970-2D6E5453E8F1}">
      <dgm:prSet/>
      <dgm:spPr/>
      <dgm:t>
        <a:bodyPr/>
        <a:lstStyle/>
        <a:p>
          <a:endParaRPr lang="es-ES"/>
        </a:p>
      </dgm:t>
    </dgm:pt>
    <dgm:pt modelId="{5AA2CA7A-2E81-441C-85C5-88D11B29084E}">
      <dgm:prSet/>
      <dgm:spPr/>
      <dgm:t>
        <a:bodyPr/>
        <a:lstStyle/>
        <a:p>
          <a:pPr rtl="0"/>
          <a:r>
            <a:rPr lang="es-MX" smtClean="0"/>
            <a:t>La capacidad de respuesta ante las dificultades de su práctica cotidiana.</a:t>
          </a:r>
          <a:endParaRPr lang="es-MX"/>
        </a:p>
      </dgm:t>
    </dgm:pt>
    <dgm:pt modelId="{9B57B56B-856E-4428-9B1B-90A18059FAF5}" type="parTrans" cxnId="{E6214FB6-0AFD-4715-A1E7-8950B61B8BB6}">
      <dgm:prSet/>
      <dgm:spPr/>
      <dgm:t>
        <a:bodyPr/>
        <a:lstStyle/>
        <a:p>
          <a:endParaRPr lang="es-ES"/>
        </a:p>
      </dgm:t>
    </dgm:pt>
    <dgm:pt modelId="{04E72F35-7148-40C9-9B03-CC33342B6CE9}" type="sibTrans" cxnId="{E6214FB6-0AFD-4715-A1E7-8950B61B8BB6}">
      <dgm:prSet/>
      <dgm:spPr/>
      <dgm:t>
        <a:bodyPr/>
        <a:lstStyle/>
        <a:p>
          <a:endParaRPr lang="es-ES"/>
        </a:p>
      </dgm:t>
    </dgm:pt>
    <dgm:pt modelId="{9939877B-90C0-497A-B970-6D308D85945F}">
      <dgm:prSet/>
      <dgm:spPr/>
      <dgm:t>
        <a:bodyPr/>
        <a:lstStyle/>
        <a:p>
          <a:pPr rtl="0"/>
          <a:r>
            <a:rPr lang="es-MX" dirty="0" smtClean="0"/>
            <a:t>Actividades enfocadas a la regularización o nivelación de los alumnos y el tiempo adicional que invierten en ello, para cumplir el programa del curso (cursos propedéuticos, remediales, etc.)</a:t>
          </a:r>
          <a:endParaRPr lang="es-MX" dirty="0"/>
        </a:p>
      </dgm:t>
    </dgm:pt>
    <dgm:pt modelId="{ED888087-9DBF-48F8-BC03-5335667235E1}" type="parTrans" cxnId="{81DBCE6A-4A44-4B81-AD3B-4C384A7FFDC7}">
      <dgm:prSet/>
      <dgm:spPr/>
      <dgm:t>
        <a:bodyPr/>
        <a:lstStyle/>
        <a:p>
          <a:endParaRPr lang="es-ES"/>
        </a:p>
      </dgm:t>
    </dgm:pt>
    <dgm:pt modelId="{67D2C68A-B8D7-40F1-9BD9-3F2ED0504BCA}" type="sibTrans" cxnId="{81DBCE6A-4A44-4B81-AD3B-4C384A7FFDC7}">
      <dgm:prSet/>
      <dgm:spPr/>
      <dgm:t>
        <a:bodyPr/>
        <a:lstStyle/>
        <a:p>
          <a:endParaRPr lang="es-ES"/>
        </a:p>
      </dgm:t>
    </dgm:pt>
    <dgm:pt modelId="{F8E62C80-B47B-45BE-B820-93FD7B9EB917}">
      <dgm:prSet/>
      <dgm:spPr/>
      <dgm:t>
        <a:bodyPr/>
        <a:lstStyle/>
        <a:p>
          <a:pPr rtl="0"/>
          <a:r>
            <a:rPr lang="es-MX" smtClean="0"/>
            <a:t>La atención y los conocimientos que requieren aquellos estudiantes que hablan una lengua diferente al español.</a:t>
          </a:r>
          <a:endParaRPr lang="es-MX"/>
        </a:p>
      </dgm:t>
    </dgm:pt>
    <dgm:pt modelId="{AF07F192-5221-4567-832A-64CEB09C47B2}" type="parTrans" cxnId="{E9628AD9-DC9D-42A6-923D-0E1D346A8AC8}">
      <dgm:prSet/>
      <dgm:spPr/>
      <dgm:t>
        <a:bodyPr/>
        <a:lstStyle/>
        <a:p>
          <a:endParaRPr lang="es-ES"/>
        </a:p>
      </dgm:t>
    </dgm:pt>
    <dgm:pt modelId="{C232ACD0-A066-4141-9EEB-1173FD44FF5C}" type="sibTrans" cxnId="{E9628AD9-DC9D-42A6-923D-0E1D346A8AC8}">
      <dgm:prSet/>
      <dgm:spPr/>
      <dgm:t>
        <a:bodyPr/>
        <a:lstStyle/>
        <a:p>
          <a:endParaRPr lang="es-ES"/>
        </a:p>
      </dgm:t>
    </dgm:pt>
    <dgm:pt modelId="{E1BBD370-71DE-47B2-95D6-5E93D9DA9CF3}">
      <dgm:prSet/>
      <dgm:spPr/>
      <dgm:t>
        <a:bodyPr/>
        <a:lstStyle/>
        <a:p>
          <a:pPr rtl="0"/>
          <a:r>
            <a:rPr lang="es-MX" smtClean="0"/>
            <a:t>Afrontar necesidades afectivas que inciden en el desempeño de los alumnos.</a:t>
          </a:r>
          <a:endParaRPr lang="es-MX"/>
        </a:p>
      </dgm:t>
    </dgm:pt>
    <dgm:pt modelId="{888C6CDD-E4C1-4691-9181-82E6C1DD0785}" type="parTrans" cxnId="{E90D045A-9A9C-4E9B-AE30-10AA86AB669B}">
      <dgm:prSet/>
      <dgm:spPr/>
      <dgm:t>
        <a:bodyPr/>
        <a:lstStyle/>
        <a:p>
          <a:endParaRPr lang="es-ES"/>
        </a:p>
      </dgm:t>
    </dgm:pt>
    <dgm:pt modelId="{023BE99B-F1D9-4BDE-BA20-11ACF4F492DA}" type="sibTrans" cxnId="{E90D045A-9A9C-4E9B-AE30-10AA86AB669B}">
      <dgm:prSet/>
      <dgm:spPr/>
      <dgm:t>
        <a:bodyPr/>
        <a:lstStyle/>
        <a:p>
          <a:endParaRPr lang="es-ES"/>
        </a:p>
      </dgm:t>
    </dgm:pt>
    <dgm:pt modelId="{17191C7B-EFFA-4DA2-87BA-42D80EA46CC2}">
      <dgm:prSet/>
      <dgm:spPr/>
      <dgm:t>
        <a:bodyPr/>
        <a:lstStyle/>
        <a:p>
          <a:pPr rtl="0"/>
          <a:r>
            <a:rPr lang="es-MX" dirty="0" smtClean="0"/>
            <a:t>Uso, desarrollo o adaptación de material didáctico. (En el caso de Educación indígena el diseño de actividades, traducción, recuperación e incorporación  de textos en lengua, etc.)</a:t>
          </a:r>
          <a:endParaRPr lang="es-MX" dirty="0"/>
        </a:p>
      </dgm:t>
    </dgm:pt>
    <dgm:pt modelId="{ED6F0AD6-4B64-4B02-B576-D20903BE279B}" type="parTrans" cxnId="{D5210B8E-CA60-4828-B291-97BD1878F660}">
      <dgm:prSet/>
      <dgm:spPr/>
      <dgm:t>
        <a:bodyPr/>
        <a:lstStyle/>
        <a:p>
          <a:endParaRPr lang="es-ES"/>
        </a:p>
      </dgm:t>
    </dgm:pt>
    <dgm:pt modelId="{57C935CF-1F1A-4D2A-B5D4-BBAC98982713}" type="sibTrans" cxnId="{D5210B8E-CA60-4828-B291-97BD1878F660}">
      <dgm:prSet/>
      <dgm:spPr/>
      <dgm:t>
        <a:bodyPr/>
        <a:lstStyle/>
        <a:p>
          <a:endParaRPr lang="es-ES"/>
        </a:p>
      </dgm:t>
    </dgm:pt>
    <dgm:pt modelId="{F77EF743-3D88-44EE-80F3-D6BFB23537C0}">
      <dgm:prSet/>
      <dgm:spPr/>
      <dgm:t>
        <a:bodyPr/>
        <a:lstStyle/>
        <a:p>
          <a:pPr rtl="0"/>
          <a:r>
            <a:rPr lang="es-MX" smtClean="0"/>
            <a:t>Registro de avances en el logro de aprendizajes de cada uno de sus alumnos a través de la observación.</a:t>
          </a:r>
          <a:endParaRPr lang="es-MX"/>
        </a:p>
      </dgm:t>
    </dgm:pt>
    <dgm:pt modelId="{232D23E7-A8E3-4692-9FC2-9BF2A6ECE4D2}" type="parTrans" cxnId="{6C84288B-65CE-4318-BED4-3B2EBE65A479}">
      <dgm:prSet/>
      <dgm:spPr/>
      <dgm:t>
        <a:bodyPr/>
        <a:lstStyle/>
        <a:p>
          <a:endParaRPr lang="es-ES"/>
        </a:p>
      </dgm:t>
    </dgm:pt>
    <dgm:pt modelId="{BA6A0CF4-5E58-4E7C-9E3E-76C1351714C5}" type="sibTrans" cxnId="{6C84288B-65CE-4318-BED4-3B2EBE65A479}">
      <dgm:prSet/>
      <dgm:spPr/>
      <dgm:t>
        <a:bodyPr/>
        <a:lstStyle/>
        <a:p>
          <a:endParaRPr lang="es-ES"/>
        </a:p>
      </dgm:t>
    </dgm:pt>
    <dgm:pt modelId="{28DFF4D0-596E-488E-870D-BEB89087BFA8}">
      <dgm:prSet/>
      <dgm:spPr/>
      <dgm:t>
        <a:bodyPr/>
        <a:lstStyle/>
        <a:p>
          <a:pPr rtl="0"/>
          <a:r>
            <a:rPr lang="es-MX" dirty="0" smtClean="0"/>
            <a:t>Involucramiento de los padres y la comunidad en la que desarrolla su práctica.</a:t>
          </a:r>
          <a:endParaRPr lang="es-MX" dirty="0"/>
        </a:p>
      </dgm:t>
    </dgm:pt>
    <dgm:pt modelId="{C19D27CB-6003-43FC-A355-C573F17816C6}" type="parTrans" cxnId="{B8CE8D9C-B215-4ED9-8042-EF39542E72E9}">
      <dgm:prSet/>
      <dgm:spPr/>
      <dgm:t>
        <a:bodyPr/>
        <a:lstStyle/>
        <a:p>
          <a:endParaRPr lang="es-ES"/>
        </a:p>
      </dgm:t>
    </dgm:pt>
    <dgm:pt modelId="{DF1CD7F8-CDF0-48A3-9812-99DC69EC1886}" type="sibTrans" cxnId="{B8CE8D9C-B215-4ED9-8042-EF39542E72E9}">
      <dgm:prSet/>
      <dgm:spPr/>
      <dgm:t>
        <a:bodyPr/>
        <a:lstStyle/>
        <a:p>
          <a:endParaRPr lang="es-ES"/>
        </a:p>
      </dgm:t>
    </dgm:pt>
    <dgm:pt modelId="{C2D2C055-CACE-483D-B856-60BB617FB356}" type="pres">
      <dgm:prSet presAssocID="{71593AB9-7EC4-41DC-B9D4-56D7A58CA670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5DD52F11-4945-4966-9955-1261648B04AA}" type="pres">
      <dgm:prSet presAssocID="{4823E5EF-0D67-4512-9E50-8BBBC22D8060}" presName="thickLine" presStyleLbl="alignNode1" presStyleIdx="0" presStyleCnt="8"/>
      <dgm:spPr/>
    </dgm:pt>
    <dgm:pt modelId="{64C1B5DF-B99D-4896-8EDD-51CFF6D4CD55}" type="pres">
      <dgm:prSet presAssocID="{4823E5EF-0D67-4512-9E50-8BBBC22D8060}" presName="horz1" presStyleCnt="0"/>
      <dgm:spPr/>
    </dgm:pt>
    <dgm:pt modelId="{EF0FC3FC-3C7A-4245-BA63-C1525A96A033}" type="pres">
      <dgm:prSet presAssocID="{4823E5EF-0D67-4512-9E50-8BBBC22D8060}" presName="tx1" presStyleLbl="revTx" presStyleIdx="0" presStyleCnt="8"/>
      <dgm:spPr/>
      <dgm:t>
        <a:bodyPr/>
        <a:lstStyle/>
        <a:p>
          <a:endParaRPr lang="es-ES"/>
        </a:p>
      </dgm:t>
    </dgm:pt>
    <dgm:pt modelId="{A8A24019-1DAC-4DF7-B2CE-7AC14DEE4883}" type="pres">
      <dgm:prSet presAssocID="{4823E5EF-0D67-4512-9E50-8BBBC22D8060}" presName="vert1" presStyleCnt="0"/>
      <dgm:spPr/>
    </dgm:pt>
    <dgm:pt modelId="{DCE08512-CA48-4FF6-8A0F-C86D3913020E}" type="pres">
      <dgm:prSet presAssocID="{5AA2CA7A-2E81-441C-85C5-88D11B29084E}" presName="thickLine" presStyleLbl="alignNode1" presStyleIdx="1" presStyleCnt="8"/>
      <dgm:spPr/>
    </dgm:pt>
    <dgm:pt modelId="{A1CAE241-33AD-473D-94A1-0814B20DCC93}" type="pres">
      <dgm:prSet presAssocID="{5AA2CA7A-2E81-441C-85C5-88D11B29084E}" presName="horz1" presStyleCnt="0"/>
      <dgm:spPr/>
    </dgm:pt>
    <dgm:pt modelId="{0139FA0D-B67B-46E8-A458-F37C029E2D9E}" type="pres">
      <dgm:prSet presAssocID="{5AA2CA7A-2E81-441C-85C5-88D11B29084E}" presName="tx1" presStyleLbl="revTx" presStyleIdx="1" presStyleCnt="8"/>
      <dgm:spPr/>
      <dgm:t>
        <a:bodyPr/>
        <a:lstStyle/>
        <a:p>
          <a:endParaRPr lang="es-ES"/>
        </a:p>
      </dgm:t>
    </dgm:pt>
    <dgm:pt modelId="{14CE94C8-E4EE-4256-9DCF-903BAA18B4DB}" type="pres">
      <dgm:prSet presAssocID="{5AA2CA7A-2E81-441C-85C5-88D11B29084E}" presName="vert1" presStyleCnt="0"/>
      <dgm:spPr/>
    </dgm:pt>
    <dgm:pt modelId="{789055F8-A05E-40B8-AD77-72D061944353}" type="pres">
      <dgm:prSet presAssocID="{9939877B-90C0-497A-B970-6D308D85945F}" presName="thickLine" presStyleLbl="alignNode1" presStyleIdx="2" presStyleCnt="8" custLinFactNeighborY="-20170"/>
      <dgm:spPr/>
    </dgm:pt>
    <dgm:pt modelId="{48AB9FAE-C234-41F0-8FDB-44593A716556}" type="pres">
      <dgm:prSet presAssocID="{9939877B-90C0-497A-B970-6D308D85945F}" presName="horz1" presStyleCnt="0"/>
      <dgm:spPr/>
    </dgm:pt>
    <dgm:pt modelId="{6D5FD62B-21B8-4FF1-A866-8440989FC546}" type="pres">
      <dgm:prSet presAssocID="{9939877B-90C0-497A-B970-6D308D85945F}" presName="tx1" presStyleLbl="revTx" presStyleIdx="2" presStyleCnt="8" custLinFactNeighborY="-7516"/>
      <dgm:spPr/>
      <dgm:t>
        <a:bodyPr/>
        <a:lstStyle/>
        <a:p>
          <a:endParaRPr lang="es-ES"/>
        </a:p>
      </dgm:t>
    </dgm:pt>
    <dgm:pt modelId="{E1137FA3-5335-4D24-AF28-1C739EF4789E}" type="pres">
      <dgm:prSet presAssocID="{9939877B-90C0-497A-B970-6D308D85945F}" presName="vert1" presStyleCnt="0"/>
      <dgm:spPr/>
    </dgm:pt>
    <dgm:pt modelId="{170A81C6-223B-4E6C-8826-831302623A3E}" type="pres">
      <dgm:prSet presAssocID="{F8E62C80-B47B-45BE-B820-93FD7B9EB917}" presName="thickLine" presStyleLbl="alignNode1" presStyleIdx="3" presStyleCnt="8"/>
      <dgm:spPr/>
    </dgm:pt>
    <dgm:pt modelId="{3116D5CA-15DB-485B-B089-6CD93496485C}" type="pres">
      <dgm:prSet presAssocID="{F8E62C80-B47B-45BE-B820-93FD7B9EB917}" presName="horz1" presStyleCnt="0"/>
      <dgm:spPr/>
    </dgm:pt>
    <dgm:pt modelId="{8998C917-07CD-47C0-84C7-57AC0172FB3B}" type="pres">
      <dgm:prSet presAssocID="{F8E62C80-B47B-45BE-B820-93FD7B9EB917}" presName="tx1" presStyleLbl="revTx" presStyleIdx="3" presStyleCnt="8"/>
      <dgm:spPr/>
      <dgm:t>
        <a:bodyPr/>
        <a:lstStyle/>
        <a:p>
          <a:endParaRPr lang="es-ES"/>
        </a:p>
      </dgm:t>
    </dgm:pt>
    <dgm:pt modelId="{E82A4325-E592-4552-967C-B05995AF95A9}" type="pres">
      <dgm:prSet presAssocID="{F8E62C80-B47B-45BE-B820-93FD7B9EB917}" presName="vert1" presStyleCnt="0"/>
      <dgm:spPr/>
    </dgm:pt>
    <dgm:pt modelId="{64617BB5-BE91-486F-B6EF-49A99ECA3AD9}" type="pres">
      <dgm:prSet presAssocID="{E1BBD370-71DE-47B2-95D6-5E93D9DA9CF3}" presName="thickLine" presStyleLbl="alignNode1" presStyleIdx="4" presStyleCnt="8"/>
      <dgm:spPr/>
    </dgm:pt>
    <dgm:pt modelId="{DE8194E0-A544-457E-91AB-BDD07129AC91}" type="pres">
      <dgm:prSet presAssocID="{E1BBD370-71DE-47B2-95D6-5E93D9DA9CF3}" presName="horz1" presStyleCnt="0"/>
      <dgm:spPr/>
    </dgm:pt>
    <dgm:pt modelId="{B7BA1C88-78D1-4FC7-A7E7-0085267FA458}" type="pres">
      <dgm:prSet presAssocID="{E1BBD370-71DE-47B2-95D6-5E93D9DA9CF3}" presName="tx1" presStyleLbl="revTx" presStyleIdx="4" presStyleCnt="8"/>
      <dgm:spPr/>
      <dgm:t>
        <a:bodyPr/>
        <a:lstStyle/>
        <a:p>
          <a:endParaRPr lang="es-ES"/>
        </a:p>
      </dgm:t>
    </dgm:pt>
    <dgm:pt modelId="{67AFD9F2-8DD0-4550-836A-50C66C6EAC34}" type="pres">
      <dgm:prSet presAssocID="{E1BBD370-71DE-47B2-95D6-5E93D9DA9CF3}" presName="vert1" presStyleCnt="0"/>
      <dgm:spPr/>
    </dgm:pt>
    <dgm:pt modelId="{74D0C49B-8AA2-45B3-A6E8-1847C07F003C}" type="pres">
      <dgm:prSet presAssocID="{17191C7B-EFFA-4DA2-87BA-42D80EA46CC2}" presName="thickLine" presStyleLbl="alignNode1" presStyleIdx="5" presStyleCnt="8" custLinFactNeighborY="-17481"/>
      <dgm:spPr/>
    </dgm:pt>
    <dgm:pt modelId="{D583A390-08F2-4791-8E69-722AF6043294}" type="pres">
      <dgm:prSet presAssocID="{17191C7B-EFFA-4DA2-87BA-42D80EA46CC2}" presName="horz1" presStyleCnt="0"/>
      <dgm:spPr/>
    </dgm:pt>
    <dgm:pt modelId="{4E8ABC4A-82E9-4170-89F8-1C8BDE39E5AC}" type="pres">
      <dgm:prSet presAssocID="{17191C7B-EFFA-4DA2-87BA-42D80EA46CC2}" presName="tx1" presStyleLbl="revTx" presStyleIdx="5" presStyleCnt="8" custLinFactNeighborY="-15659"/>
      <dgm:spPr/>
      <dgm:t>
        <a:bodyPr/>
        <a:lstStyle/>
        <a:p>
          <a:endParaRPr lang="es-ES"/>
        </a:p>
      </dgm:t>
    </dgm:pt>
    <dgm:pt modelId="{B82F748D-BCD1-4F89-8103-65F1E5985DD9}" type="pres">
      <dgm:prSet presAssocID="{17191C7B-EFFA-4DA2-87BA-42D80EA46CC2}" presName="vert1" presStyleCnt="0"/>
      <dgm:spPr/>
    </dgm:pt>
    <dgm:pt modelId="{4464B850-A5C2-47A5-8E1A-95B11EE580F2}" type="pres">
      <dgm:prSet presAssocID="{F77EF743-3D88-44EE-80F3-D6BFB23537C0}" presName="thickLine" presStyleLbl="alignNode1" presStyleIdx="6" presStyleCnt="8"/>
      <dgm:spPr/>
    </dgm:pt>
    <dgm:pt modelId="{E5C066DD-895A-4B40-9481-C93289B90926}" type="pres">
      <dgm:prSet presAssocID="{F77EF743-3D88-44EE-80F3-D6BFB23537C0}" presName="horz1" presStyleCnt="0"/>
      <dgm:spPr/>
    </dgm:pt>
    <dgm:pt modelId="{3D02F2D0-6EC9-4567-A02A-9CF2B47EFB92}" type="pres">
      <dgm:prSet presAssocID="{F77EF743-3D88-44EE-80F3-D6BFB23537C0}" presName="tx1" presStyleLbl="revTx" presStyleIdx="6" presStyleCnt="8"/>
      <dgm:spPr/>
      <dgm:t>
        <a:bodyPr/>
        <a:lstStyle/>
        <a:p>
          <a:endParaRPr lang="es-ES"/>
        </a:p>
      </dgm:t>
    </dgm:pt>
    <dgm:pt modelId="{17AA8160-9424-4E40-8B38-39854D7DC9C5}" type="pres">
      <dgm:prSet presAssocID="{F77EF743-3D88-44EE-80F3-D6BFB23537C0}" presName="vert1" presStyleCnt="0"/>
      <dgm:spPr/>
    </dgm:pt>
    <dgm:pt modelId="{8046860D-A133-429C-89B0-6E80731DA9CB}" type="pres">
      <dgm:prSet presAssocID="{28DFF4D0-596E-488E-870D-BEB89087BFA8}" presName="thickLine" presStyleLbl="alignNode1" presStyleIdx="7" presStyleCnt="8" custLinFactNeighborY="-32273"/>
      <dgm:spPr/>
    </dgm:pt>
    <dgm:pt modelId="{C7745AC4-5DAD-41A5-961A-728AB575B6E6}" type="pres">
      <dgm:prSet presAssocID="{28DFF4D0-596E-488E-870D-BEB89087BFA8}" presName="horz1" presStyleCnt="0"/>
      <dgm:spPr/>
    </dgm:pt>
    <dgm:pt modelId="{72DED6DE-9B69-41CF-A2F5-B5F5E283ED60}" type="pres">
      <dgm:prSet presAssocID="{28DFF4D0-596E-488E-870D-BEB89087BFA8}" presName="tx1" presStyleLbl="revTx" presStyleIdx="7" presStyleCnt="8" custLinFactNeighborY="-35480"/>
      <dgm:spPr/>
      <dgm:t>
        <a:bodyPr/>
        <a:lstStyle/>
        <a:p>
          <a:endParaRPr lang="es-ES"/>
        </a:p>
      </dgm:t>
    </dgm:pt>
    <dgm:pt modelId="{04C742BB-3DE7-4BB1-8201-40B3BBA78CD3}" type="pres">
      <dgm:prSet presAssocID="{28DFF4D0-596E-488E-870D-BEB89087BFA8}" presName="vert1" presStyleCnt="0"/>
      <dgm:spPr/>
    </dgm:pt>
  </dgm:ptLst>
  <dgm:cxnLst>
    <dgm:cxn modelId="{D5210B8E-CA60-4828-B291-97BD1878F660}" srcId="{71593AB9-7EC4-41DC-B9D4-56D7A58CA670}" destId="{17191C7B-EFFA-4DA2-87BA-42D80EA46CC2}" srcOrd="5" destOrd="0" parTransId="{ED6F0AD6-4B64-4B02-B576-D20903BE279B}" sibTransId="{57C935CF-1F1A-4D2A-B5D4-BBAC98982713}"/>
    <dgm:cxn modelId="{C32275AF-42C6-4BA1-86A5-2C0A7EE32B69}" type="presOf" srcId="{F8E62C80-B47B-45BE-B820-93FD7B9EB917}" destId="{8998C917-07CD-47C0-84C7-57AC0172FB3B}" srcOrd="0" destOrd="0" presId="urn:microsoft.com/office/officeart/2008/layout/LinedList"/>
    <dgm:cxn modelId="{71C7C9BC-C93C-4DCD-BF00-A749638108DE}" type="presOf" srcId="{5AA2CA7A-2E81-441C-85C5-88D11B29084E}" destId="{0139FA0D-B67B-46E8-A458-F37C029E2D9E}" srcOrd="0" destOrd="0" presId="urn:microsoft.com/office/officeart/2008/layout/LinedList"/>
    <dgm:cxn modelId="{E9628AD9-DC9D-42A6-923D-0E1D346A8AC8}" srcId="{71593AB9-7EC4-41DC-B9D4-56D7A58CA670}" destId="{F8E62C80-B47B-45BE-B820-93FD7B9EB917}" srcOrd="3" destOrd="0" parTransId="{AF07F192-5221-4567-832A-64CEB09C47B2}" sibTransId="{C232ACD0-A066-4141-9EEB-1173FD44FF5C}"/>
    <dgm:cxn modelId="{91EB6AB6-B71A-44C2-893E-C156371A45B7}" type="presOf" srcId="{71593AB9-7EC4-41DC-B9D4-56D7A58CA670}" destId="{C2D2C055-CACE-483D-B856-60BB617FB356}" srcOrd="0" destOrd="0" presId="urn:microsoft.com/office/officeart/2008/layout/LinedList"/>
    <dgm:cxn modelId="{05DFF631-4B82-4F9C-895C-7D2E48C1ABD8}" type="presOf" srcId="{E1BBD370-71DE-47B2-95D6-5E93D9DA9CF3}" destId="{B7BA1C88-78D1-4FC7-A7E7-0085267FA458}" srcOrd="0" destOrd="0" presId="urn:microsoft.com/office/officeart/2008/layout/LinedList"/>
    <dgm:cxn modelId="{F9589BA4-382D-4ED4-8909-58FE61460D49}" type="presOf" srcId="{F77EF743-3D88-44EE-80F3-D6BFB23537C0}" destId="{3D02F2D0-6EC9-4567-A02A-9CF2B47EFB92}" srcOrd="0" destOrd="0" presId="urn:microsoft.com/office/officeart/2008/layout/LinedList"/>
    <dgm:cxn modelId="{04C464F0-D77C-42E6-8AF8-7C017B629365}" type="presOf" srcId="{4823E5EF-0D67-4512-9E50-8BBBC22D8060}" destId="{EF0FC3FC-3C7A-4245-BA63-C1525A96A033}" srcOrd="0" destOrd="0" presId="urn:microsoft.com/office/officeart/2008/layout/LinedList"/>
    <dgm:cxn modelId="{3A433481-C92A-4907-8970-2D6E5453E8F1}" srcId="{71593AB9-7EC4-41DC-B9D4-56D7A58CA670}" destId="{4823E5EF-0D67-4512-9E50-8BBBC22D8060}" srcOrd="0" destOrd="0" parTransId="{A77D5FEA-5388-42EB-8F66-E96FBB91A2D1}" sibTransId="{F1B306F5-B156-4903-9295-483A52F6AB25}"/>
    <dgm:cxn modelId="{2F9070E7-4524-4FD2-817D-0861628E0A2E}" type="presOf" srcId="{9939877B-90C0-497A-B970-6D308D85945F}" destId="{6D5FD62B-21B8-4FF1-A866-8440989FC546}" srcOrd="0" destOrd="0" presId="urn:microsoft.com/office/officeart/2008/layout/LinedList"/>
    <dgm:cxn modelId="{E90D045A-9A9C-4E9B-AE30-10AA86AB669B}" srcId="{71593AB9-7EC4-41DC-B9D4-56D7A58CA670}" destId="{E1BBD370-71DE-47B2-95D6-5E93D9DA9CF3}" srcOrd="4" destOrd="0" parTransId="{888C6CDD-E4C1-4691-9181-82E6C1DD0785}" sibTransId="{023BE99B-F1D9-4BDE-BA20-11ACF4F492DA}"/>
    <dgm:cxn modelId="{B8CE8D9C-B215-4ED9-8042-EF39542E72E9}" srcId="{71593AB9-7EC4-41DC-B9D4-56D7A58CA670}" destId="{28DFF4D0-596E-488E-870D-BEB89087BFA8}" srcOrd="7" destOrd="0" parTransId="{C19D27CB-6003-43FC-A355-C573F17816C6}" sibTransId="{DF1CD7F8-CDF0-48A3-9812-99DC69EC1886}"/>
    <dgm:cxn modelId="{F87324F2-26A2-4FE3-A6D5-797C769263E2}" type="presOf" srcId="{28DFF4D0-596E-488E-870D-BEB89087BFA8}" destId="{72DED6DE-9B69-41CF-A2F5-B5F5E283ED60}" srcOrd="0" destOrd="0" presId="urn:microsoft.com/office/officeart/2008/layout/LinedList"/>
    <dgm:cxn modelId="{E6214FB6-0AFD-4715-A1E7-8950B61B8BB6}" srcId="{71593AB9-7EC4-41DC-B9D4-56D7A58CA670}" destId="{5AA2CA7A-2E81-441C-85C5-88D11B29084E}" srcOrd="1" destOrd="0" parTransId="{9B57B56B-856E-4428-9B1B-90A18059FAF5}" sibTransId="{04E72F35-7148-40C9-9B03-CC33342B6CE9}"/>
    <dgm:cxn modelId="{81DBCE6A-4A44-4B81-AD3B-4C384A7FFDC7}" srcId="{71593AB9-7EC4-41DC-B9D4-56D7A58CA670}" destId="{9939877B-90C0-497A-B970-6D308D85945F}" srcOrd="2" destOrd="0" parTransId="{ED888087-9DBF-48F8-BC03-5335667235E1}" sibTransId="{67D2C68A-B8D7-40F1-9BD9-3F2ED0504BCA}"/>
    <dgm:cxn modelId="{FAC186AA-C2D0-45F6-B560-D61A63E0123C}" type="presOf" srcId="{17191C7B-EFFA-4DA2-87BA-42D80EA46CC2}" destId="{4E8ABC4A-82E9-4170-89F8-1C8BDE39E5AC}" srcOrd="0" destOrd="0" presId="urn:microsoft.com/office/officeart/2008/layout/LinedList"/>
    <dgm:cxn modelId="{6C84288B-65CE-4318-BED4-3B2EBE65A479}" srcId="{71593AB9-7EC4-41DC-B9D4-56D7A58CA670}" destId="{F77EF743-3D88-44EE-80F3-D6BFB23537C0}" srcOrd="6" destOrd="0" parTransId="{232D23E7-A8E3-4692-9FC2-9BF2A6ECE4D2}" sibTransId="{BA6A0CF4-5E58-4E7C-9E3E-76C1351714C5}"/>
    <dgm:cxn modelId="{A877A156-FA06-48BD-A8CD-833C87C53608}" type="presParOf" srcId="{C2D2C055-CACE-483D-B856-60BB617FB356}" destId="{5DD52F11-4945-4966-9955-1261648B04AA}" srcOrd="0" destOrd="0" presId="urn:microsoft.com/office/officeart/2008/layout/LinedList"/>
    <dgm:cxn modelId="{E9525FCF-5AE6-417A-B266-15204D5A1B06}" type="presParOf" srcId="{C2D2C055-CACE-483D-B856-60BB617FB356}" destId="{64C1B5DF-B99D-4896-8EDD-51CFF6D4CD55}" srcOrd="1" destOrd="0" presId="urn:microsoft.com/office/officeart/2008/layout/LinedList"/>
    <dgm:cxn modelId="{B9434C44-5A6A-40E5-8607-FE1C769C3A13}" type="presParOf" srcId="{64C1B5DF-B99D-4896-8EDD-51CFF6D4CD55}" destId="{EF0FC3FC-3C7A-4245-BA63-C1525A96A033}" srcOrd="0" destOrd="0" presId="urn:microsoft.com/office/officeart/2008/layout/LinedList"/>
    <dgm:cxn modelId="{CC69EBF6-D83F-4D0F-AA4F-7982F1DFB83C}" type="presParOf" srcId="{64C1B5DF-B99D-4896-8EDD-51CFF6D4CD55}" destId="{A8A24019-1DAC-4DF7-B2CE-7AC14DEE4883}" srcOrd="1" destOrd="0" presId="urn:microsoft.com/office/officeart/2008/layout/LinedList"/>
    <dgm:cxn modelId="{C207BF31-54FF-4EE3-A6DF-3590A23E6ECA}" type="presParOf" srcId="{C2D2C055-CACE-483D-B856-60BB617FB356}" destId="{DCE08512-CA48-4FF6-8A0F-C86D3913020E}" srcOrd="2" destOrd="0" presId="urn:microsoft.com/office/officeart/2008/layout/LinedList"/>
    <dgm:cxn modelId="{B5733738-FA4B-4204-85E1-5B0D12835B64}" type="presParOf" srcId="{C2D2C055-CACE-483D-B856-60BB617FB356}" destId="{A1CAE241-33AD-473D-94A1-0814B20DCC93}" srcOrd="3" destOrd="0" presId="urn:microsoft.com/office/officeart/2008/layout/LinedList"/>
    <dgm:cxn modelId="{E2C9AC55-4BA9-4DC5-AD82-195AADAD9165}" type="presParOf" srcId="{A1CAE241-33AD-473D-94A1-0814B20DCC93}" destId="{0139FA0D-B67B-46E8-A458-F37C029E2D9E}" srcOrd="0" destOrd="0" presId="urn:microsoft.com/office/officeart/2008/layout/LinedList"/>
    <dgm:cxn modelId="{562FFEDF-A6A7-4785-96F0-3A3609400E90}" type="presParOf" srcId="{A1CAE241-33AD-473D-94A1-0814B20DCC93}" destId="{14CE94C8-E4EE-4256-9DCF-903BAA18B4DB}" srcOrd="1" destOrd="0" presId="urn:microsoft.com/office/officeart/2008/layout/LinedList"/>
    <dgm:cxn modelId="{3702159F-9ABE-4D69-90DD-E663501C7B12}" type="presParOf" srcId="{C2D2C055-CACE-483D-B856-60BB617FB356}" destId="{789055F8-A05E-40B8-AD77-72D061944353}" srcOrd="4" destOrd="0" presId="urn:microsoft.com/office/officeart/2008/layout/LinedList"/>
    <dgm:cxn modelId="{BE70B3F3-2F58-4550-94B5-0545AF70E8D4}" type="presParOf" srcId="{C2D2C055-CACE-483D-B856-60BB617FB356}" destId="{48AB9FAE-C234-41F0-8FDB-44593A716556}" srcOrd="5" destOrd="0" presId="urn:microsoft.com/office/officeart/2008/layout/LinedList"/>
    <dgm:cxn modelId="{E5F1525B-CEC9-4573-889E-AB41E11E2A96}" type="presParOf" srcId="{48AB9FAE-C234-41F0-8FDB-44593A716556}" destId="{6D5FD62B-21B8-4FF1-A866-8440989FC546}" srcOrd="0" destOrd="0" presId="urn:microsoft.com/office/officeart/2008/layout/LinedList"/>
    <dgm:cxn modelId="{3E45367B-32F1-41ED-BDD6-B720B8DC45F1}" type="presParOf" srcId="{48AB9FAE-C234-41F0-8FDB-44593A716556}" destId="{E1137FA3-5335-4D24-AF28-1C739EF4789E}" srcOrd="1" destOrd="0" presId="urn:microsoft.com/office/officeart/2008/layout/LinedList"/>
    <dgm:cxn modelId="{9DEC0A53-8964-4439-86D5-75337B750929}" type="presParOf" srcId="{C2D2C055-CACE-483D-B856-60BB617FB356}" destId="{170A81C6-223B-4E6C-8826-831302623A3E}" srcOrd="6" destOrd="0" presId="urn:microsoft.com/office/officeart/2008/layout/LinedList"/>
    <dgm:cxn modelId="{BAED3D9A-BDFB-471E-9066-23D099E26D08}" type="presParOf" srcId="{C2D2C055-CACE-483D-B856-60BB617FB356}" destId="{3116D5CA-15DB-485B-B089-6CD93496485C}" srcOrd="7" destOrd="0" presId="urn:microsoft.com/office/officeart/2008/layout/LinedList"/>
    <dgm:cxn modelId="{E2EBBEA4-AAB3-411F-B4CC-6A9A68D10B85}" type="presParOf" srcId="{3116D5CA-15DB-485B-B089-6CD93496485C}" destId="{8998C917-07CD-47C0-84C7-57AC0172FB3B}" srcOrd="0" destOrd="0" presId="urn:microsoft.com/office/officeart/2008/layout/LinedList"/>
    <dgm:cxn modelId="{3DF0129A-B170-4404-8B10-239D1400BC1E}" type="presParOf" srcId="{3116D5CA-15DB-485B-B089-6CD93496485C}" destId="{E82A4325-E592-4552-967C-B05995AF95A9}" srcOrd="1" destOrd="0" presId="urn:microsoft.com/office/officeart/2008/layout/LinedList"/>
    <dgm:cxn modelId="{7BA6B57B-D7EE-4BC1-8D0C-4B266D72B811}" type="presParOf" srcId="{C2D2C055-CACE-483D-B856-60BB617FB356}" destId="{64617BB5-BE91-486F-B6EF-49A99ECA3AD9}" srcOrd="8" destOrd="0" presId="urn:microsoft.com/office/officeart/2008/layout/LinedList"/>
    <dgm:cxn modelId="{9C5AF56F-C296-4B5E-8F3E-7676BC2DEFDC}" type="presParOf" srcId="{C2D2C055-CACE-483D-B856-60BB617FB356}" destId="{DE8194E0-A544-457E-91AB-BDD07129AC91}" srcOrd="9" destOrd="0" presId="urn:microsoft.com/office/officeart/2008/layout/LinedList"/>
    <dgm:cxn modelId="{B8E71DD7-7C37-4D20-AFAD-1F8EB56F5276}" type="presParOf" srcId="{DE8194E0-A544-457E-91AB-BDD07129AC91}" destId="{B7BA1C88-78D1-4FC7-A7E7-0085267FA458}" srcOrd="0" destOrd="0" presId="urn:microsoft.com/office/officeart/2008/layout/LinedList"/>
    <dgm:cxn modelId="{F3D2D9A7-FBCE-43B1-B1DB-E1C7135A5BBD}" type="presParOf" srcId="{DE8194E0-A544-457E-91AB-BDD07129AC91}" destId="{67AFD9F2-8DD0-4550-836A-50C66C6EAC34}" srcOrd="1" destOrd="0" presId="urn:microsoft.com/office/officeart/2008/layout/LinedList"/>
    <dgm:cxn modelId="{E933A742-ECF3-42DD-A452-8BB9A0F5817E}" type="presParOf" srcId="{C2D2C055-CACE-483D-B856-60BB617FB356}" destId="{74D0C49B-8AA2-45B3-A6E8-1847C07F003C}" srcOrd="10" destOrd="0" presId="urn:microsoft.com/office/officeart/2008/layout/LinedList"/>
    <dgm:cxn modelId="{491F5E0D-2609-4FDC-9010-6EEC89CD98FC}" type="presParOf" srcId="{C2D2C055-CACE-483D-B856-60BB617FB356}" destId="{D583A390-08F2-4791-8E69-722AF6043294}" srcOrd="11" destOrd="0" presId="urn:microsoft.com/office/officeart/2008/layout/LinedList"/>
    <dgm:cxn modelId="{D5F6AE7F-03AC-44CC-98A0-28E1D2E0B948}" type="presParOf" srcId="{D583A390-08F2-4791-8E69-722AF6043294}" destId="{4E8ABC4A-82E9-4170-89F8-1C8BDE39E5AC}" srcOrd="0" destOrd="0" presId="urn:microsoft.com/office/officeart/2008/layout/LinedList"/>
    <dgm:cxn modelId="{4286F17B-3EA2-4FC7-BC0C-DD4890634D7E}" type="presParOf" srcId="{D583A390-08F2-4791-8E69-722AF6043294}" destId="{B82F748D-BCD1-4F89-8103-65F1E5985DD9}" srcOrd="1" destOrd="0" presId="urn:microsoft.com/office/officeart/2008/layout/LinedList"/>
    <dgm:cxn modelId="{83EB163B-3C7F-47C2-9346-9281B7988CF3}" type="presParOf" srcId="{C2D2C055-CACE-483D-B856-60BB617FB356}" destId="{4464B850-A5C2-47A5-8E1A-95B11EE580F2}" srcOrd="12" destOrd="0" presId="urn:microsoft.com/office/officeart/2008/layout/LinedList"/>
    <dgm:cxn modelId="{C02C97A8-CB43-4D23-8395-3966621CA460}" type="presParOf" srcId="{C2D2C055-CACE-483D-B856-60BB617FB356}" destId="{E5C066DD-895A-4B40-9481-C93289B90926}" srcOrd="13" destOrd="0" presId="urn:microsoft.com/office/officeart/2008/layout/LinedList"/>
    <dgm:cxn modelId="{87A5C8CA-D750-4411-80D3-CE4C0EB44711}" type="presParOf" srcId="{E5C066DD-895A-4B40-9481-C93289B90926}" destId="{3D02F2D0-6EC9-4567-A02A-9CF2B47EFB92}" srcOrd="0" destOrd="0" presId="urn:microsoft.com/office/officeart/2008/layout/LinedList"/>
    <dgm:cxn modelId="{AB3BF3DA-B250-45EE-B124-1DACB6F7B2B5}" type="presParOf" srcId="{E5C066DD-895A-4B40-9481-C93289B90926}" destId="{17AA8160-9424-4E40-8B38-39854D7DC9C5}" srcOrd="1" destOrd="0" presId="urn:microsoft.com/office/officeart/2008/layout/LinedList"/>
    <dgm:cxn modelId="{101FC3D7-9991-4BA3-A2FD-ECC9CB20660C}" type="presParOf" srcId="{C2D2C055-CACE-483D-B856-60BB617FB356}" destId="{8046860D-A133-429C-89B0-6E80731DA9CB}" srcOrd="14" destOrd="0" presId="urn:microsoft.com/office/officeart/2008/layout/LinedList"/>
    <dgm:cxn modelId="{7D3D3750-BEE6-4DB1-BF68-BC3D0986D652}" type="presParOf" srcId="{C2D2C055-CACE-483D-B856-60BB617FB356}" destId="{C7745AC4-5DAD-41A5-961A-728AB575B6E6}" srcOrd="15" destOrd="0" presId="urn:microsoft.com/office/officeart/2008/layout/LinedList"/>
    <dgm:cxn modelId="{FD165906-D901-45B2-9E7F-5430619C0C3D}" type="presParOf" srcId="{C7745AC4-5DAD-41A5-961A-728AB575B6E6}" destId="{72DED6DE-9B69-41CF-A2F5-B5F5E283ED60}" srcOrd="0" destOrd="0" presId="urn:microsoft.com/office/officeart/2008/layout/LinedList"/>
    <dgm:cxn modelId="{3B3FA5BE-0304-43DE-B8DD-9C3B938F7632}" type="presParOf" srcId="{C7745AC4-5DAD-41A5-961A-728AB575B6E6}" destId="{04C742BB-3DE7-4BB1-8201-40B3BBA78CD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BF8491-0669-4393-9A6B-2C05005FEFDF}" type="doc">
      <dgm:prSet loTypeId="urn:microsoft.com/office/officeart/2008/layout/LinedList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s-ES"/>
        </a:p>
      </dgm:t>
    </dgm:pt>
    <dgm:pt modelId="{B3F1F68B-CD03-4DBC-A7F8-0AF0A69D305B}">
      <dgm:prSet/>
      <dgm:spPr/>
      <dgm:t>
        <a:bodyPr/>
        <a:lstStyle/>
        <a:p>
          <a:pPr rtl="0"/>
          <a:r>
            <a:rPr lang="es-MX" smtClean="0"/>
            <a:t>La experiencia en la enseñanza como facilitador de telesecundaria y en enseñanza de más de un grado.</a:t>
          </a:r>
          <a:endParaRPr lang="es-MX"/>
        </a:p>
      </dgm:t>
    </dgm:pt>
    <dgm:pt modelId="{D519DA1B-3129-4471-A9D7-EF0028D2B2F9}" type="parTrans" cxnId="{5CAF91C0-5D39-4C7A-9EAE-B352607FEB42}">
      <dgm:prSet/>
      <dgm:spPr/>
      <dgm:t>
        <a:bodyPr/>
        <a:lstStyle/>
        <a:p>
          <a:endParaRPr lang="es-ES"/>
        </a:p>
      </dgm:t>
    </dgm:pt>
    <dgm:pt modelId="{6C0A316D-0933-466B-899F-72DC41AF369E}" type="sibTrans" cxnId="{5CAF91C0-5D39-4C7A-9EAE-B352607FEB42}">
      <dgm:prSet/>
      <dgm:spPr/>
      <dgm:t>
        <a:bodyPr/>
        <a:lstStyle/>
        <a:p>
          <a:endParaRPr lang="es-ES"/>
        </a:p>
      </dgm:t>
    </dgm:pt>
    <dgm:pt modelId="{4307E4EA-DD0D-4062-93AD-3179E3F9D2FE}">
      <dgm:prSet/>
      <dgm:spPr/>
      <dgm:t>
        <a:bodyPr/>
        <a:lstStyle/>
        <a:p>
          <a:pPr rtl="0"/>
          <a:r>
            <a:rPr lang="es-MX" smtClean="0"/>
            <a:t>La capacidad de respuesta ante las dificultades de su práctica cotidiana.</a:t>
          </a:r>
          <a:endParaRPr lang="es-MX"/>
        </a:p>
      </dgm:t>
    </dgm:pt>
    <dgm:pt modelId="{A2691510-0DC0-4129-873E-55C7410F4255}" type="parTrans" cxnId="{78A21DC6-F7BF-4747-8B88-C9790D02778C}">
      <dgm:prSet/>
      <dgm:spPr/>
      <dgm:t>
        <a:bodyPr/>
        <a:lstStyle/>
        <a:p>
          <a:endParaRPr lang="es-ES"/>
        </a:p>
      </dgm:t>
    </dgm:pt>
    <dgm:pt modelId="{591FC203-7054-47ED-BE64-EB405359B4A3}" type="sibTrans" cxnId="{78A21DC6-F7BF-4747-8B88-C9790D02778C}">
      <dgm:prSet/>
      <dgm:spPr/>
      <dgm:t>
        <a:bodyPr/>
        <a:lstStyle/>
        <a:p>
          <a:endParaRPr lang="es-ES"/>
        </a:p>
      </dgm:t>
    </dgm:pt>
    <dgm:pt modelId="{D696A886-E9CD-4FF8-9512-EFCE9FFA077C}">
      <dgm:prSet/>
      <dgm:spPr/>
      <dgm:t>
        <a:bodyPr/>
        <a:lstStyle/>
        <a:p>
          <a:pPr rtl="0"/>
          <a:r>
            <a:rPr lang="es-MX" dirty="0" smtClean="0"/>
            <a:t>Actividades enfocadas a la regularización o nivelación de los alumnos y el tiempo adicional que invierten en ello, para cumplir el programa del curso (cursos propedéuticos, remediales, etc.)</a:t>
          </a:r>
          <a:endParaRPr lang="es-MX" dirty="0"/>
        </a:p>
      </dgm:t>
    </dgm:pt>
    <dgm:pt modelId="{79D5223F-3D49-4330-8E96-7874DAE667AC}" type="parTrans" cxnId="{39D65891-5494-4E4A-A609-087DFDF1A043}">
      <dgm:prSet/>
      <dgm:spPr/>
      <dgm:t>
        <a:bodyPr/>
        <a:lstStyle/>
        <a:p>
          <a:endParaRPr lang="es-ES"/>
        </a:p>
      </dgm:t>
    </dgm:pt>
    <dgm:pt modelId="{8C4E6BC5-3380-48EE-BACC-270CD8C194FE}" type="sibTrans" cxnId="{39D65891-5494-4E4A-A609-087DFDF1A043}">
      <dgm:prSet/>
      <dgm:spPr/>
      <dgm:t>
        <a:bodyPr/>
        <a:lstStyle/>
        <a:p>
          <a:endParaRPr lang="es-ES"/>
        </a:p>
      </dgm:t>
    </dgm:pt>
    <dgm:pt modelId="{7846415D-B261-43FD-B676-CCC45DE62EF4}">
      <dgm:prSet/>
      <dgm:spPr/>
      <dgm:t>
        <a:bodyPr/>
        <a:lstStyle/>
        <a:p>
          <a:pPr rtl="0"/>
          <a:r>
            <a:rPr lang="es-MX" dirty="0" smtClean="0"/>
            <a:t>La atención y los conocimientos que requieren aquellos estudiantes que hablan una lengua diferente al español.</a:t>
          </a:r>
          <a:endParaRPr lang="es-MX" dirty="0"/>
        </a:p>
      </dgm:t>
    </dgm:pt>
    <dgm:pt modelId="{BD0E1022-E631-4419-82F2-5AEB2FAF655F}" type="parTrans" cxnId="{ECA64BA9-71F0-4B17-B5E5-E1F3DE6AC11E}">
      <dgm:prSet/>
      <dgm:spPr/>
      <dgm:t>
        <a:bodyPr/>
        <a:lstStyle/>
        <a:p>
          <a:endParaRPr lang="es-ES"/>
        </a:p>
      </dgm:t>
    </dgm:pt>
    <dgm:pt modelId="{382E7C0E-53A0-45C5-AB17-B03575448198}" type="sibTrans" cxnId="{ECA64BA9-71F0-4B17-B5E5-E1F3DE6AC11E}">
      <dgm:prSet/>
      <dgm:spPr/>
      <dgm:t>
        <a:bodyPr/>
        <a:lstStyle/>
        <a:p>
          <a:endParaRPr lang="es-ES"/>
        </a:p>
      </dgm:t>
    </dgm:pt>
    <dgm:pt modelId="{A13A5D80-7AA9-4130-89C6-268636C40573}">
      <dgm:prSet/>
      <dgm:spPr/>
      <dgm:t>
        <a:bodyPr/>
        <a:lstStyle/>
        <a:p>
          <a:pPr rtl="0"/>
          <a:r>
            <a:rPr lang="es-MX" dirty="0" smtClean="0"/>
            <a:t>Afrontar necesidades afectivas que inciden en el desempeño de los alumnos.</a:t>
          </a:r>
          <a:endParaRPr lang="es-MX" dirty="0"/>
        </a:p>
      </dgm:t>
    </dgm:pt>
    <dgm:pt modelId="{7ACC7363-40A5-48B7-863F-E183811D229E}" type="parTrans" cxnId="{818D2A92-6640-4623-BB0E-F2819ECF3EAD}">
      <dgm:prSet/>
      <dgm:spPr/>
      <dgm:t>
        <a:bodyPr/>
        <a:lstStyle/>
        <a:p>
          <a:endParaRPr lang="es-ES"/>
        </a:p>
      </dgm:t>
    </dgm:pt>
    <dgm:pt modelId="{1BC00EA9-DF52-4DBD-B637-3E1FE8AD5C81}" type="sibTrans" cxnId="{818D2A92-6640-4623-BB0E-F2819ECF3EAD}">
      <dgm:prSet/>
      <dgm:spPr/>
      <dgm:t>
        <a:bodyPr/>
        <a:lstStyle/>
        <a:p>
          <a:endParaRPr lang="es-ES"/>
        </a:p>
      </dgm:t>
    </dgm:pt>
    <dgm:pt modelId="{CD659050-499E-4595-A572-B964966535FA}">
      <dgm:prSet/>
      <dgm:spPr/>
      <dgm:t>
        <a:bodyPr/>
        <a:lstStyle/>
        <a:p>
          <a:pPr rtl="0"/>
          <a:r>
            <a:rPr lang="es-MX" dirty="0" smtClean="0"/>
            <a:t>Uso, desarrollo o adaptación de material didáctico considerando el desfase de los programas con los materiales.</a:t>
          </a:r>
          <a:endParaRPr lang="es-MX" dirty="0"/>
        </a:p>
      </dgm:t>
    </dgm:pt>
    <dgm:pt modelId="{378D07B1-7716-4BCA-A812-B67B83AAA9B1}" type="parTrans" cxnId="{71A8D849-0A56-4521-BD85-9DA38B44C5F0}">
      <dgm:prSet/>
      <dgm:spPr/>
      <dgm:t>
        <a:bodyPr/>
        <a:lstStyle/>
        <a:p>
          <a:endParaRPr lang="es-ES"/>
        </a:p>
      </dgm:t>
    </dgm:pt>
    <dgm:pt modelId="{6B576002-AD7A-4393-ADB0-27F8B345C346}" type="sibTrans" cxnId="{71A8D849-0A56-4521-BD85-9DA38B44C5F0}">
      <dgm:prSet/>
      <dgm:spPr/>
      <dgm:t>
        <a:bodyPr/>
        <a:lstStyle/>
        <a:p>
          <a:endParaRPr lang="es-ES"/>
        </a:p>
      </dgm:t>
    </dgm:pt>
    <dgm:pt modelId="{7F716F4C-8101-41DA-AF6F-933328F4172E}">
      <dgm:prSet/>
      <dgm:spPr/>
      <dgm:t>
        <a:bodyPr/>
        <a:lstStyle/>
        <a:p>
          <a:pPr rtl="0"/>
          <a:r>
            <a:rPr lang="es-MX" dirty="0" smtClean="0"/>
            <a:t>Registro de avances en el logro de aprendizajes de cada uno de sus alumnos a través de la observación.</a:t>
          </a:r>
          <a:endParaRPr lang="es-MX" dirty="0"/>
        </a:p>
      </dgm:t>
    </dgm:pt>
    <dgm:pt modelId="{02827A8B-788B-4783-8FF3-7F1FC9DAEC77}" type="parTrans" cxnId="{1B4D50ED-65CD-4689-89AB-484F3D2D0703}">
      <dgm:prSet/>
      <dgm:spPr/>
      <dgm:t>
        <a:bodyPr/>
        <a:lstStyle/>
        <a:p>
          <a:endParaRPr lang="es-ES"/>
        </a:p>
      </dgm:t>
    </dgm:pt>
    <dgm:pt modelId="{8CFECEF7-8B21-42D0-9551-372E98977E75}" type="sibTrans" cxnId="{1B4D50ED-65CD-4689-89AB-484F3D2D0703}">
      <dgm:prSet/>
      <dgm:spPr/>
      <dgm:t>
        <a:bodyPr/>
        <a:lstStyle/>
        <a:p>
          <a:endParaRPr lang="es-ES"/>
        </a:p>
      </dgm:t>
    </dgm:pt>
    <dgm:pt modelId="{99CE08A6-96A6-44E6-B734-FA7946FC1722}">
      <dgm:prSet/>
      <dgm:spPr/>
      <dgm:t>
        <a:bodyPr/>
        <a:lstStyle/>
        <a:p>
          <a:pPr rtl="0"/>
          <a:r>
            <a:rPr lang="es-MX" dirty="0" smtClean="0"/>
            <a:t>Involucramiento de los padres y la comunidad en la que desarrolla su práctica.</a:t>
          </a:r>
          <a:endParaRPr lang="es-MX" dirty="0"/>
        </a:p>
      </dgm:t>
    </dgm:pt>
    <dgm:pt modelId="{BFDAB3D0-ABEC-47F0-AC89-611C3D666EB4}" type="parTrans" cxnId="{61E25D6D-D4C8-494F-9F82-CDE608A2CB6D}">
      <dgm:prSet/>
      <dgm:spPr/>
      <dgm:t>
        <a:bodyPr/>
        <a:lstStyle/>
        <a:p>
          <a:endParaRPr lang="es-ES"/>
        </a:p>
      </dgm:t>
    </dgm:pt>
    <dgm:pt modelId="{4EC6378C-2555-4542-AEE4-3533012FF4FA}" type="sibTrans" cxnId="{61E25D6D-D4C8-494F-9F82-CDE608A2CB6D}">
      <dgm:prSet/>
      <dgm:spPr/>
      <dgm:t>
        <a:bodyPr/>
        <a:lstStyle/>
        <a:p>
          <a:endParaRPr lang="es-ES"/>
        </a:p>
      </dgm:t>
    </dgm:pt>
    <dgm:pt modelId="{F9C7C3EA-9743-47EF-9851-2AC782458ACE}">
      <dgm:prSet/>
      <dgm:spPr/>
      <dgm:t>
        <a:bodyPr/>
        <a:lstStyle/>
        <a:p>
          <a:pPr rtl="0"/>
          <a:r>
            <a:rPr lang="es-MX" dirty="0" smtClean="0"/>
            <a:t>Actividades extracurriculares como parte de las actividades para el desarrollo del contenido y cumplimiento de los aprendizajes esperados.</a:t>
          </a:r>
          <a:endParaRPr lang="es-MX" dirty="0"/>
        </a:p>
      </dgm:t>
    </dgm:pt>
    <dgm:pt modelId="{C021B909-1A1A-48EE-992D-3E83692AD933}" type="parTrans" cxnId="{651744C0-45B0-448A-9D4D-F1E6DEA3D02F}">
      <dgm:prSet/>
      <dgm:spPr/>
      <dgm:t>
        <a:bodyPr/>
        <a:lstStyle/>
        <a:p>
          <a:endParaRPr lang="es-ES"/>
        </a:p>
      </dgm:t>
    </dgm:pt>
    <dgm:pt modelId="{5036E2CE-4B97-4D7C-B899-4E67754ADF6E}" type="sibTrans" cxnId="{651744C0-45B0-448A-9D4D-F1E6DEA3D02F}">
      <dgm:prSet/>
      <dgm:spPr/>
      <dgm:t>
        <a:bodyPr/>
        <a:lstStyle/>
        <a:p>
          <a:endParaRPr lang="es-ES"/>
        </a:p>
      </dgm:t>
    </dgm:pt>
    <dgm:pt modelId="{86DC8947-F915-4456-AF55-093A7EE8E899}" type="pres">
      <dgm:prSet presAssocID="{2BBF8491-0669-4393-9A6B-2C05005FEFDF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9188976E-11F3-4D84-943F-6972D8D3E77E}" type="pres">
      <dgm:prSet presAssocID="{B3F1F68B-CD03-4DBC-A7F8-0AF0A69D305B}" presName="thickLine" presStyleLbl="alignNode1" presStyleIdx="0" presStyleCnt="9"/>
      <dgm:spPr/>
    </dgm:pt>
    <dgm:pt modelId="{3F2ACCB1-A9FA-4953-869D-F61DCE64A14D}" type="pres">
      <dgm:prSet presAssocID="{B3F1F68B-CD03-4DBC-A7F8-0AF0A69D305B}" presName="horz1" presStyleCnt="0"/>
      <dgm:spPr/>
    </dgm:pt>
    <dgm:pt modelId="{876A7A87-3BF0-444B-B1E4-6C43453C5E9F}" type="pres">
      <dgm:prSet presAssocID="{B3F1F68B-CD03-4DBC-A7F8-0AF0A69D305B}" presName="tx1" presStyleLbl="revTx" presStyleIdx="0" presStyleCnt="9" custLinFactNeighborX="-390" custLinFactNeighborY="3754"/>
      <dgm:spPr/>
      <dgm:t>
        <a:bodyPr/>
        <a:lstStyle/>
        <a:p>
          <a:endParaRPr lang="es-ES"/>
        </a:p>
      </dgm:t>
    </dgm:pt>
    <dgm:pt modelId="{4BDA6751-61CF-4313-B40F-836EAB050CD8}" type="pres">
      <dgm:prSet presAssocID="{B3F1F68B-CD03-4DBC-A7F8-0AF0A69D305B}" presName="vert1" presStyleCnt="0"/>
      <dgm:spPr/>
    </dgm:pt>
    <dgm:pt modelId="{EC3ED12C-897A-4F13-8F49-52333319D22F}" type="pres">
      <dgm:prSet presAssocID="{4307E4EA-DD0D-4062-93AD-3179E3F9D2FE}" presName="thickLine" presStyleLbl="alignNode1" presStyleIdx="1" presStyleCnt="9"/>
      <dgm:spPr/>
    </dgm:pt>
    <dgm:pt modelId="{0F99F368-2110-4D9D-9F34-1F81A70A8547}" type="pres">
      <dgm:prSet presAssocID="{4307E4EA-DD0D-4062-93AD-3179E3F9D2FE}" presName="horz1" presStyleCnt="0"/>
      <dgm:spPr/>
    </dgm:pt>
    <dgm:pt modelId="{3E4A2E42-AA3A-4E47-961E-2EB51A695105}" type="pres">
      <dgm:prSet presAssocID="{4307E4EA-DD0D-4062-93AD-3179E3F9D2FE}" presName="tx1" presStyleLbl="revTx" presStyleIdx="1" presStyleCnt="9"/>
      <dgm:spPr/>
      <dgm:t>
        <a:bodyPr/>
        <a:lstStyle/>
        <a:p>
          <a:endParaRPr lang="es-ES"/>
        </a:p>
      </dgm:t>
    </dgm:pt>
    <dgm:pt modelId="{1E6E3686-0FB3-4B3F-94DB-24F7C76EF7C4}" type="pres">
      <dgm:prSet presAssocID="{4307E4EA-DD0D-4062-93AD-3179E3F9D2FE}" presName="vert1" presStyleCnt="0"/>
      <dgm:spPr/>
    </dgm:pt>
    <dgm:pt modelId="{8FED5EB3-809A-42D2-833F-988DBE42083A}" type="pres">
      <dgm:prSet presAssocID="{D696A886-E9CD-4FF8-9512-EFCE9FFA077C}" presName="thickLine" presStyleLbl="alignNode1" presStyleIdx="2" presStyleCnt="9" custLinFactNeighborY="-34823"/>
      <dgm:spPr/>
    </dgm:pt>
    <dgm:pt modelId="{97C1FDA7-5284-4368-B65C-F818A659A3DC}" type="pres">
      <dgm:prSet presAssocID="{D696A886-E9CD-4FF8-9512-EFCE9FFA077C}" presName="horz1" presStyleCnt="0"/>
      <dgm:spPr/>
    </dgm:pt>
    <dgm:pt modelId="{E4154DD4-ADB9-458B-88F1-782A244E634A}" type="pres">
      <dgm:prSet presAssocID="{D696A886-E9CD-4FF8-9512-EFCE9FFA077C}" presName="tx1" presStyleLbl="revTx" presStyleIdx="2" presStyleCnt="9" custLinFactNeighborX="-647" custLinFactNeighborY="-30280"/>
      <dgm:spPr/>
      <dgm:t>
        <a:bodyPr/>
        <a:lstStyle/>
        <a:p>
          <a:endParaRPr lang="es-ES"/>
        </a:p>
      </dgm:t>
    </dgm:pt>
    <dgm:pt modelId="{5F6A95C3-427C-48C0-BF74-913080ED995B}" type="pres">
      <dgm:prSet presAssocID="{D696A886-E9CD-4FF8-9512-EFCE9FFA077C}" presName="vert1" presStyleCnt="0"/>
      <dgm:spPr/>
    </dgm:pt>
    <dgm:pt modelId="{DDAE008B-02D2-40E9-B139-16DFF8DB9A5F}" type="pres">
      <dgm:prSet presAssocID="{7846415D-B261-43FD-B676-CCC45DE62EF4}" presName="thickLine" presStyleLbl="alignNode1" presStyleIdx="3" presStyleCnt="9" custLinFactNeighborX="-647" custLinFactNeighborY="-31795"/>
      <dgm:spPr/>
    </dgm:pt>
    <dgm:pt modelId="{77F8E40B-7713-4788-B9B6-3B580E6D5276}" type="pres">
      <dgm:prSet presAssocID="{7846415D-B261-43FD-B676-CCC45DE62EF4}" presName="horz1" presStyleCnt="0"/>
      <dgm:spPr/>
    </dgm:pt>
    <dgm:pt modelId="{79A04B59-2AB6-4B43-BF5A-AC633E2AC6AF}" type="pres">
      <dgm:prSet presAssocID="{7846415D-B261-43FD-B676-CCC45DE62EF4}" presName="tx1" presStyleLbl="revTx" presStyleIdx="3" presStyleCnt="9" custLinFactNeighborX="-647" custLinFactNeighborY="-33101"/>
      <dgm:spPr/>
      <dgm:t>
        <a:bodyPr/>
        <a:lstStyle/>
        <a:p>
          <a:endParaRPr lang="es-ES"/>
        </a:p>
      </dgm:t>
    </dgm:pt>
    <dgm:pt modelId="{EFF93F14-0D56-419C-AFB0-B937726BBA5C}" type="pres">
      <dgm:prSet presAssocID="{7846415D-B261-43FD-B676-CCC45DE62EF4}" presName="vert1" presStyleCnt="0"/>
      <dgm:spPr/>
    </dgm:pt>
    <dgm:pt modelId="{EF34FF74-1206-4474-B5B1-297D06539707}" type="pres">
      <dgm:prSet presAssocID="{A13A5D80-7AA9-4130-89C6-268636C40573}" presName="thickLine" presStyleLbl="alignNode1" presStyleIdx="4" presStyleCnt="9" custLinFactNeighborY="-42393"/>
      <dgm:spPr/>
    </dgm:pt>
    <dgm:pt modelId="{EA919865-DCC4-410F-A8DE-F6FE114FC163}" type="pres">
      <dgm:prSet presAssocID="{A13A5D80-7AA9-4130-89C6-268636C40573}" presName="horz1" presStyleCnt="0"/>
      <dgm:spPr/>
    </dgm:pt>
    <dgm:pt modelId="{80A1ABB2-6E81-458C-B7FD-8A8330C6D751}" type="pres">
      <dgm:prSet presAssocID="{A13A5D80-7AA9-4130-89C6-268636C40573}" presName="tx1" presStyleLbl="revTx" presStyleIdx="4" presStyleCnt="9" custLinFactNeighborX="798" custLinFactNeighborY="-33101"/>
      <dgm:spPr/>
      <dgm:t>
        <a:bodyPr/>
        <a:lstStyle/>
        <a:p>
          <a:endParaRPr lang="es-ES"/>
        </a:p>
      </dgm:t>
    </dgm:pt>
    <dgm:pt modelId="{9F88D846-A48C-4266-9608-473C2827D19D}" type="pres">
      <dgm:prSet presAssocID="{A13A5D80-7AA9-4130-89C6-268636C40573}" presName="vert1" presStyleCnt="0"/>
      <dgm:spPr/>
    </dgm:pt>
    <dgm:pt modelId="{E00695DC-02D5-4A00-B322-FB2BC6F7EB42}" type="pres">
      <dgm:prSet presAssocID="{CD659050-499E-4595-A572-B964966535FA}" presName="thickLine" presStyleLbl="alignNode1" presStyleIdx="5" presStyleCnt="9" custLinFactNeighborX="797" custLinFactNeighborY="-52992"/>
      <dgm:spPr/>
    </dgm:pt>
    <dgm:pt modelId="{167B897F-EE7B-4502-BEB7-1E6AF1E5D9C1}" type="pres">
      <dgm:prSet presAssocID="{CD659050-499E-4595-A572-B964966535FA}" presName="horz1" presStyleCnt="0"/>
      <dgm:spPr/>
    </dgm:pt>
    <dgm:pt modelId="{0D06C033-3B18-4536-B166-DB2FDC9678D5}" type="pres">
      <dgm:prSet presAssocID="{CD659050-499E-4595-A572-B964966535FA}" presName="tx1" presStyleLbl="revTx" presStyleIdx="5" presStyleCnt="9" custLinFactNeighborX="798" custLinFactNeighborY="-48306"/>
      <dgm:spPr/>
      <dgm:t>
        <a:bodyPr/>
        <a:lstStyle/>
        <a:p>
          <a:endParaRPr lang="es-ES"/>
        </a:p>
      </dgm:t>
    </dgm:pt>
    <dgm:pt modelId="{F6657A87-F0B3-4E8B-BFAA-9B2FB235998D}" type="pres">
      <dgm:prSet presAssocID="{CD659050-499E-4595-A572-B964966535FA}" presName="vert1" presStyleCnt="0"/>
      <dgm:spPr/>
    </dgm:pt>
    <dgm:pt modelId="{10B31FFF-67B7-4EED-AA31-A00ED7B13A2D}" type="pres">
      <dgm:prSet presAssocID="{7F716F4C-8101-41DA-AF6F-933328F4172E}" presName="thickLine" presStyleLbl="alignNode1" presStyleIdx="6" presStyleCnt="9" custLinFactNeighborX="-647" custLinFactNeighborY="-69646"/>
      <dgm:spPr/>
    </dgm:pt>
    <dgm:pt modelId="{CCAE9BF0-1AE2-4ECB-B3F2-D28B1FA042B8}" type="pres">
      <dgm:prSet presAssocID="{7F716F4C-8101-41DA-AF6F-933328F4172E}" presName="horz1" presStyleCnt="0"/>
      <dgm:spPr/>
    </dgm:pt>
    <dgm:pt modelId="{F4244C44-9A1D-4297-822D-E7EA4B93BE4D}" type="pres">
      <dgm:prSet presAssocID="{7F716F4C-8101-41DA-AF6F-933328F4172E}" presName="tx1" presStyleLbl="revTx" presStyleIdx="6" presStyleCnt="9" custLinFactNeighborX="86" custLinFactNeighborY="-60562"/>
      <dgm:spPr/>
      <dgm:t>
        <a:bodyPr/>
        <a:lstStyle/>
        <a:p>
          <a:endParaRPr lang="es-ES"/>
        </a:p>
      </dgm:t>
    </dgm:pt>
    <dgm:pt modelId="{4F7D3C82-874F-4174-A59C-CACC166A06FD}" type="pres">
      <dgm:prSet presAssocID="{7F716F4C-8101-41DA-AF6F-933328F4172E}" presName="vert1" presStyleCnt="0"/>
      <dgm:spPr/>
    </dgm:pt>
    <dgm:pt modelId="{19EA4166-2878-4A10-8E5D-45E68A92C120}" type="pres">
      <dgm:prSet presAssocID="{99CE08A6-96A6-44E6-B734-FA7946FC1722}" presName="thickLine" presStyleLbl="alignNode1" presStyleIdx="7" presStyleCnt="9" custLinFactNeighborY="-81759"/>
      <dgm:spPr/>
    </dgm:pt>
    <dgm:pt modelId="{4D96960A-9B14-496A-BD43-E25EC9F1E110}" type="pres">
      <dgm:prSet presAssocID="{99CE08A6-96A6-44E6-B734-FA7946FC1722}" presName="horz1" presStyleCnt="0"/>
      <dgm:spPr/>
    </dgm:pt>
    <dgm:pt modelId="{DC00A5D3-0B19-4A03-B760-0BC007B286EC}" type="pres">
      <dgm:prSet presAssocID="{99CE08A6-96A6-44E6-B734-FA7946FC1722}" presName="tx1" presStyleLbl="revTx" presStyleIdx="7" presStyleCnt="9" custLinFactNeighborX="798" custLinFactNeighborY="-81759"/>
      <dgm:spPr/>
      <dgm:t>
        <a:bodyPr/>
        <a:lstStyle/>
        <a:p>
          <a:endParaRPr lang="es-ES"/>
        </a:p>
      </dgm:t>
    </dgm:pt>
    <dgm:pt modelId="{7AC05B88-C065-4339-8D57-5F31B31AA7A8}" type="pres">
      <dgm:prSet presAssocID="{99CE08A6-96A6-44E6-B734-FA7946FC1722}" presName="vert1" presStyleCnt="0"/>
      <dgm:spPr/>
    </dgm:pt>
    <dgm:pt modelId="{F1629BFF-BC46-413B-ACD4-F4EA9E41080A}" type="pres">
      <dgm:prSet presAssocID="{F9C7C3EA-9743-47EF-9851-2AC782458ACE}" presName="thickLine" presStyleLbl="alignNode1" presStyleIdx="8" presStyleCnt="9" custLinFactY="-100000" custLinFactNeighborX="172" custLinFactNeighborY="-108511"/>
      <dgm:spPr/>
    </dgm:pt>
    <dgm:pt modelId="{85F93B5B-8D1E-43FE-8687-FF7B8EF45C4D}" type="pres">
      <dgm:prSet presAssocID="{F9C7C3EA-9743-47EF-9851-2AC782458ACE}" presName="horz1" presStyleCnt="0"/>
      <dgm:spPr/>
    </dgm:pt>
    <dgm:pt modelId="{B6E8B10E-53B2-48FB-BD39-5E8CC713120E}" type="pres">
      <dgm:prSet presAssocID="{F9C7C3EA-9743-47EF-9851-2AC782458ACE}" presName="tx1" presStyleLbl="revTx" presStyleIdx="8" presStyleCnt="9" custLinFactY="-5984" custLinFactNeighborX="86" custLinFactNeighborY="-100000"/>
      <dgm:spPr/>
      <dgm:t>
        <a:bodyPr/>
        <a:lstStyle/>
        <a:p>
          <a:endParaRPr lang="es-ES"/>
        </a:p>
      </dgm:t>
    </dgm:pt>
    <dgm:pt modelId="{78295729-0E7C-426B-9823-2A021B8CE029}" type="pres">
      <dgm:prSet presAssocID="{F9C7C3EA-9743-47EF-9851-2AC782458ACE}" presName="vert1" presStyleCnt="0"/>
      <dgm:spPr/>
    </dgm:pt>
  </dgm:ptLst>
  <dgm:cxnLst>
    <dgm:cxn modelId="{355A4816-834A-4AE0-8785-41E8F07CFB8F}" type="presOf" srcId="{F9C7C3EA-9743-47EF-9851-2AC782458ACE}" destId="{B6E8B10E-53B2-48FB-BD39-5E8CC713120E}" srcOrd="0" destOrd="0" presId="urn:microsoft.com/office/officeart/2008/layout/LinedList"/>
    <dgm:cxn modelId="{5CAF91C0-5D39-4C7A-9EAE-B352607FEB42}" srcId="{2BBF8491-0669-4393-9A6B-2C05005FEFDF}" destId="{B3F1F68B-CD03-4DBC-A7F8-0AF0A69D305B}" srcOrd="0" destOrd="0" parTransId="{D519DA1B-3129-4471-A9D7-EF0028D2B2F9}" sibTransId="{6C0A316D-0933-466B-899F-72DC41AF369E}"/>
    <dgm:cxn modelId="{382ED9D3-4E8C-4A2B-83E9-5726D045F2CF}" type="presOf" srcId="{4307E4EA-DD0D-4062-93AD-3179E3F9D2FE}" destId="{3E4A2E42-AA3A-4E47-961E-2EB51A695105}" srcOrd="0" destOrd="0" presId="urn:microsoft.com/office/officeart/2008/layout/LinedList"/>
    <dgm:cxn modelId="{1B4D50ED-65CD-4689-89AB-484F3D2D0703}" srcId="{2BBF8491-0669-4393-9A6B-2C05005FEFDF}" destId="{7F716F4C-8101-41DA-AF6F-933328F4172E}" srcOrd="6" destOrd="0" parTransId="{02827A8B-788B-4783-8FF3-7F1FC9DAEC77}" sibTransId="{8CFECEF7-8B21-42D0-9551-372E98977E75}"/>
    <dgm:cxn modelId="{DB957669-9595-4CA1-8B65-496697640644}" type="presOf" srcId="{CD659050-499E-4595-A572-B964966535FA}" destId="{0D06C033-3B18-4536-B166-DB2FDC9678D5}" srcOrd="0" destOrd="0" presId="urn:microsoft.com/office/officeart/2008/layout/LinedList"/>
    <dgm:cxn modelId="{78A21DC6-F7BF-4747-8B88-C9790D02778C}" srcId="{2BBF8491-0669-4393-9A6B-2C05005FEFDF}" destId="{4307E4EA-DD0D-4062-93AD-3179E3F9D2FE}" srcOrd="1" destOrd="0" parTransId="{A2691510-0DC0-4129-873E-55C7410F4255}" sibTransId="{591FC203-7054-47ED-BE64-EB405359B4A3}"/>
    <dgm:cxn modelId="{09B57C09-0CFB-47EA-AF45-1FE4284AB662}" type="presOf" srcId="{2BBF8491-0669-4393-9A6B-2C05005FEFDF}" destId="{86DC8947-F915-4456-AF55-093A7EE8E899}" srcOrd="0" destOrd="0" presId="urn:microsoft.com/office/officeart/2008/layout/LinedList"/>
    <dgm:cxn modelId="{71A8D849-0A56-4521-BD85-9DA38B44C5F0}" srcId="{2BBF8491-0669-4393-9A6B-2C05005FEFDF}" destId="{CD659050-499E-4595-A572-B964966535FA}" srcOrd="5" destOrd="0" parTransId="{378D07B1-7716-4BCA-A812-B67B83AAA9B1}" sibTransId="{6B576002-AD7A-4393-ADB0-27F8B345C346}"/>
    <dgm:cxn modelId="{651744C0-45B0-448A-9D4D-F1E6DEA3D02F}" srcId="{2BBF8491-0669-4393-9A6B-2C05005FEFDF}" destId="{F9C7C3EA-9743-47EF-9851-2AC782458ACE}" srcOrd="8" destOrd="0" parTransId="{C021B909-1A1A-48EE-992D-3E83692AD933}" sibTransId="{5036E2CE-4B97-4D7C-B899-4E67754ADF6E}"/>
    <dgm:cxn modelId="{A30D2682-4327-4C9F-A313-DC2F5AC19AAC}" type="presOf" srcId="{B3F1F68B-CD03-4DBC-A7F8-0AF0A69D305B}" destId="{876A7A87-3BF0-444B-B1E4-6C43453C5E9F}" srcOrd="0" destOrd="0" presId="urn:microsoft.com/office/officeart/2008/layout/LinedList"/>
    <dgm:cxn modelId="{AECC699C-B145-4E17-B690-0B6F2C76CCD4}" type="presOf" srcId="{D696A886-E9CD-4FF8-9512-EFCE9FFA077C}" destId="{E4154DD4-ADB9-458B-88F1-782A244E634A}" srcOrd="0" destOrd="0" presId="urn:microsoft.com/office/officeart/2008/layout/LinedList"/>
    <dgm:cxn modelId="{ECA64BA9-71F0-4B17-B5E5-E1F3DE6AC11E}" srcId="{2BBF8491-0669-4393-9A6B-2C05005FEFDF}" destId="{7846415D-B261-43FD-B676-CCC45DE62EF4}" srcOrd="3" destOrd="0" parTransId="{BD0E1022-E631-4419-82F2-5AEB2FAF655F}" sibTransId="{382E7C0E-53A0-45C5-AB17-B03575448198}"/>
    <dgm:cxn modelId="{A8EB9A0D-9481-4840-8F48-0DC664835A51}" type="presOf" srcId="{7F716F4C-8101-41DA-AF6F-933328F4172E}" destId="{F4244C44-9A1D-4297-822D-E7EA4B93BE4D}" srcOrd="0" destOrd="0" presId="urn:microsoft.com/office/officeart/2008/layout/LinedList"/>
    <dgm:cxn modelId="{61E25D6D-D4C8-494F-9F82-CDE608A2CB6D}" srcId="{2BBF8491-0669-4393-9A6B-2C05005FEFDF}" destId="{99CE08A6-96A6-44E6-B734-FA7946FC1722}" srcOrd="7" destOrd="0" parTransId="{BFDAB3D0-ABEC-47F0-AC89-611C3D666EB4}" sibTransId="{4EC6378C-2555-4542-AEE4-3533012FF4FA}"/>
    <dgm:cxn modelId="{9E46EF01-7B73-495C-8855-3818A313FB63}" type="presOf" srcId="{A13A5D80-7AA9-4130-89C6-268636C40573}" destId="{80A1ABB2-6E81-458C-B7FD-8A8330C6D751}" srcOrd="0" destOrd="0" presId="urn:microsoft.com/office/officeart/2008/layout/LinedList"/>
    <dgm:cxn modelId="{818D2A92-6640-4623-BB0E-F2819ECF3EAD}" srcId="{2BBF8491-0669-4393-9A6B-2C05005FEFDF}" destId="{A13A5D80-7AA9-4130-89C6-268636C40573}" srcOrd="4" destOrd="0" parTransId="{7ACC7363-40A5-48B7-863F-E183811D229E}" sibTransId="{1BC00EA9-DF52-4DBD-B637-3E1FE8AD5C81}"/>
    <dgm:cxn modelId="{3FB43DC8-0C4E-4EB0-B8D7-8938C26C106E}" type="presOf" srcId="{99CE08A6-96A6-44E6-B734-FA7946FC1722}" destId="{DC00A5D3-0B19-4A03-B760-0BC007B286EC}" srcOrd="0" destOrd="0" presId="urn:microsoft.com/office/officeart/2008/layout/LinedList"/>
    <dgm:cxn modelId="{39D65891-5494-4E4A-A609-087DFDF1A043}" srcId="{2BBF8491-0669-4393-9A6B-2C05005FEFDF}" destId="{D696A886-E9CD-4FF8-9512-EFCE9FFA077C}" srcOrd="2" destOrd="0" parTransId="{79D5223F-3D49-4330-8E96-7874DAE667AC}" sibTransId="{8C4E6BC5-3380-48EE-BACC-270CD8C194FE}"/>
    <dgm:cxn modelId="{B3712FB3-B741-4037-A189-5BC28744C77B}" type="presOf" srcId="{7846415D-B261-43FD-B676-CCC45DE62EF4}" destId="{79A04B59-2AB6-4B43-BF5A-AC633E2AC6AF}" srcOrd="0" destOrd="0" presId="urn:microsoft.com/office/officeart/2008/layout/LinedList"/>
    <dgm:cxn modelId="{FBF7B218-0AC5-46DB-9E6E-CBA5C9A1C7BA}" type="presParOf" srcId="{86DC8947-F915-4456-AF55-093A7EE8E899}" destId="{9188976E-11F3-4D84-943F-6972D8D3E77E}" srcOrd="0" destOrd="0" presId="urn:microsoft.com/office/officeart/2008/layout/LinedList"/>
    <dgm:cxn modelId="{90E1357F-4782-469E-8041-E95DD9A8C688}" type="presParOf" srcId="{86DC8947-F915-4456-AF55-093A7EE8E899}" destId="{3F2ACCB1-A9FA-4953-869D-F61DCE64A14D}" srcOrd="1" destOrd="0" presId="urn:microsoft.com/office/officeart/2008/layout/LinedList"/>
    <dgm:cxn modelId="{8E3F275A-6A45-4165-992E-9BE3C8FF8414}" type="presParOf" srcId="{3F2ACCB1-A9FA-4953-869D-F61DCE64A14D}" destId="{876A7A87-3BF0-444B-B1E4-6C43453C5E9F}" srcOrd="0" destOrd="0" presId="urn:microsoft.com/office/officeart/2008/layout/LinedList"/>
    <dgm:cxn modelId="{53D961A3-011B-4FA6-889D-B10E6A1F94C7}" type="presParOf" srcId="{3F2ACCB1-A9FA-4953-869D-F61DCE64A14D}" destId="{4BDA6751-61CF-4313-B40F-836EAB050CD8}" srcOrd="1" destOrd="0" presId="urn:microsoft.com/office/officeart/2008/layout/LinedList"/>
    <dgm:cxn modelId="{CFBE39DF-16D5-4F15-80E6-1707F3586C56}" type="presParOf" srcId="{86DC8947-F915-4456-AF55-093A7EE8E899}" destId="{EC3ED12C-897A-4F13-8F49-52333319D22F}" srcOrd="2" destOrd="0" presId="urn:microsoft.com/office/officeart/2008/layout/LinedList"/>
    <dgm:cxn modelId="{42D596CB-7A75-4DCC-9B73-90CFA9C7C376}" type="presParOf" srcId="{86DC8947-F915-4456-AF55-093A7EE8E899}" destId="{0F99F368-2110-4D9D-9F34-1F81A70A8547}" srcOrd="3" destOrd="0" presId="urn:microsoft.com/office/officeart/2008/layout/LinedList"/>
    <dgm:cxn modelId="{E4BBE76B-78F2-4FD7-9ED2-B9A9E42B0FCF}" type="presParOf" srcId="{0F99F368-2110-4D9D-9F34-1F81A70A8547}" destId="{3E4A2E42-AA3A-4E47-961E-2EB51A695105}" srcOrd="0" destOrd="0" presId="urn:microsoft.com/office/officeart/2008/layout/LinedList"/>
    <dgm:cxn modelId="{37B98A83-E7BB-4C77-ACB8-C028F3A63013}" type="presParOf" srcId="{0F99F368-2110-4D9D-9F34-1F81A70A8547}" destId="{1E6E3686-0FB3-4B3F-94DB-24F7C76EF7C4}" srcOrd="1" destOrd="0" presId="urn:microsoft.com/office/officeart/2008/layout/LinedList"/>
    <dgm:cxn modelId="{AD8C3626-8E62-4E6E-9C94-299F76C4003E}" type="presParOf" srcId="{86DC8947-F915-4456-AF55-093A7EE8E899}" destId="{8FED5EB3-809A-42D2-833F-988DBE42083A}" srcOrd="4" destOrd="0" presId="urn:microsoft.com/office/officeart/2008/layout/LinedList"/>
    <dgm:cxn modelId="{A5DF889F-46B1-4E94-9D02-8999B0C310DC}" type="presParOf" srcId="{86DC8947-F915-4456-AF55-093A7EE8E899}" destId="{97C1FDA7-5284-4368-B65C-F818A659A3DC}" srcOrd="5" destOrd="0" presId="urn:microsoft.com/office/officeart/2008/layout/LinedList"/>
    <dgm:cxn modelId="{E9004102-F0A6-4D11-8AE5-5B3CFC67D2DD}" type="presParOf" srcId="{97C1FDA7-5284-4368-B65C-F818A659A3DC}" destId="{E4154DD4-ADB9-458B-88F1-782A244E634A}" srcOrd="0" destOrd="0" presId="urn:microsoft.com/office/officeart/2008/layout/LinedList"/>
    <dgm:cxn modelId="{8E81C058-61CB-434C-A25B-9F1495F698DE}" type="presParOf" srcId="{97C1FDA7-5284-4368-B65C-F818A659A3DC}" destId="{5F6A95C3-427C-48C0-BF74-913080ED995B}" srcOrd="1" destOrd="0" presId="urn:microsoft.com/office/officeart/2008/layout/LinedList"/>
    <dgm:cxn modelId="{13C85AD9-699A-4945-A7F8-6D38647C9BAB}" type="presParOf" srcId="{86DC8947-F915-4456-AF55-093A7EE8E899}" destId="{DDAE008B-02D2-40E9-B139-16DFF8DB9A5F}" srcOrd="6" destOrd="0" presId="urn:microsoft.com/office/officeart/2008/layout/LinedList"/>
    <dgm:cxn modelId="{85B726FF-637A-4F85-B05C-AEA1AD62DDC0}" type="presParOf" srcId="{86DC8947-F915-4456-AF55-093A7EE8E899}" destId="{77F8E40B-7713-4788-B9B6-3B580E6D5276}" srcOrd="7" destOrd="0" presId="urn:microsoft.com/office/officeart/2008/layout/LinedList"/>
    <dgm:cxn modelId="{BC4B89C3-055C-4C4A-B75A-D582218374F3}" type="presParOf" srcId="{77F8E40B-7713-4788-B9B6-3B580E6D5276}" destId="{79A04B59-2AB6-4B43-BF5A-AC633E2AC6AF}" srcOrd="0" destOrd="0" presId="urn:microsoft.com/office/officeart/2008/layout/LinedList"/>
    <dgm:cxn modelId="{2EDFAE45-56B0-49BF-B994-6DF61B452292}" type="presParOf" srcId="{77F8E40B-7713-4788-B9B6-3B580E6D5276}" destId="{EFF93F14-0D56-419C-AFB0-B937726BBA5C}" srcOrd="1" destOrd="0" presId="urn:microsoft.com/office/officeart/2008/layout/LinedList"/>
    <dgm:cxn modelId="{AFEB5773-6EF1-4032-800D-F15C9385F0E8}" type="presParOf" srcId="{86DC8947-F915-4456-AF55-093A7EE8E899}" destId="{EF34FF74-1206-4474-B5B1-297D06539707}" srcOrd="8" destOrd="0" presId="urn:microsoft.com/office/officeart/2008/layout/LinedList"/>
    <dgm:cxn modelId="{1D87E457-9276-4480-8693-2356D261A416}" type="presParOf" srcId="{86DC8947-F915-4456-AF55-093A7EE8E899}" destId="{EA919865-DCC4-410F-A8DE-F6FE114FC163}" srcOrd="9" destOrd="0" presId="urn:microsoft.com/office/officeart/2008/layout/LinedList"/>
    <dgm:cxn modelId="{33154ABF-ACAE-4FB5-8204-D77A5B2CFCDF}" type="presParOf" srcId="{EA919865-DCC4-410F-A8DE-F6FE114FC163}" destId="{80A1ABB2-6E81-458C-B7FD-8A8330C6D751}" srcOrd="0" destOrd="0" presId="urn:microsoft.com/office/officeart/2008/layout/LinedList"/>
    <dgm:cxn modelId="{8441F65D-059C-40B8-AF0D-C830772251C8}" type="presParOf" srcId="{EA919865-DCC4-410F-A8DE-F6FE114FC163}" destId="{9F88D846-A48C-4266-9608-473C2827D19D}" srcOrd="1" destOrd="0" presId="urn:microsoft.com/office/officeart/2008/layout/LinedList"/>
    <dgm:cxn modelId="{83787558-1A66-4165-B477-270BCC964C6C}" type="presParOf" srcId="{86DC8947-F915-4456-AF55-093A7EE8E899}" destId="{E00695DC-02D5-4A00-B322-FB2BC6F7EB42}" srcOrd="10" destOrd="0" presId="urn:microsoft.com/office/officeart/2008/layout/LinedList"/>
    <dgm:cxn modelId="{3F3D87B2-5461-4A86-852D-9695B66DB7D7}" type="presParOf" srcId="{86DC8947-F915-4456-AF55-093A7EE8E899}" destId="{167B897F-EE7B-4502-BEB7-1E6AF1E5D9C1}" srcOrd="11" destOrd="0" presId="urn:microsoft.com/office/officeart/2008/layout/LinedList"/>
    <dgm:cxn modelId="{4BBBF8FD-2C5C-4519-A787-405910D070D3}" type="presParOf" srcId="{167B897F-EE7B-4502-BEB7-1E6AF1E5D9C1}" destId="{0D06C033-3B18-4536-B166-DB2FDC9678D5}" srcOrd="0" destOrd="0" presId="urn:microsoft.com/office/officeart/2008/layout/LinedList"/>
    <dgm:cxn modelId="{2C7C12AF-F16A-43FB-B348-4FC2920569B5}" type="presParOf" srcId="{167B897F-EE7B-4502-BEB7-1E6AF1E5D9C1}" destId="{F6657A87-F0B3-4E8B-BFAA-9B2FB235998D}" srcOrd="1" destOrd="0" presId="urn:microsoft.com/office/officeart/2008/layout/LinedList"/>
    <dgm:cxn modelId="{C7E13AA8-6874-4076-AEFA-854788F04785}" type="presParOf" srcId="{86DC8947-F915-4456-AF55-093A7EE8E899}" destId="{10B31FFF-67B7-4EED-AA31-A00ED7B13A2D}" srcOrd="12" destOrd="0" presId="urn:microsoft.com/office/officeart/2008/layout/LinedList"/>
    <dgm:cxn modelId="{FF1BC60C-32F7-4305-86BE-E11FA2513F76}" type="presParOf" srcId="{86DC8947-F915-4456-AF55-093A7EE8E899}" destId="{CCAE9BF0-1AE2-4ECB-B3F2-D28B1FA042B8}" srcOrd="13" destOrd="0" presId="urn:microsoft.com/office/officeart/2008/layout/LinedList"/>
    <dgm:cxn modelId="{5143878C-373E-4D3B-B776-BD358F90C159}" type="presParOf" srcId="{CCAE9BF0-1AE2-4ECB-B3F2-D28B1FA042B8}" destId="{F4244C44-9A1D-4297-822D-E7EA4B93BE4D}" srcOrd="0" destOrd="0" presId="urn:microsoft.com/office/officeart/2008/layout/LinedList"/>
    <dgm:cxn modelId="{60458C99-F418-47E1-8004-00D802F1CD69}" type="presParOf" srcId="{CCAE9BF0-1AE2-4ECB-B3F2-D28B1FA042B8}" destId="{4F7D3C82-874F-4174-A59C-CACC166A06FD}" srcOrd="1" destOrd="0" presId="urn:microsoft.com/office/officeart/2008/layout/LinedList"/>
    <dgm:cxn modelId="{DB8FE4E2-AE01-4203-B628-F33653B83846}" type="presParOf" srcId="{86DC8947-F915-4456-AF55-093A7EE8E899}" destId="{19EA4166-2878-4A10-8E5D-45E68A92C120}" srcOrd="14" destOrd="0" presId="urn:microsoft.com/office/officeart/2008/layout/LinedList"/>
    <dgm:cxn modelId="{417D15E8-E755-417C-9DE6-199F32B7A2EA}" type="presParOf" srcId="{86DC8947-F915-4456-AF55-093A7EE8E899}" destId="{4D96960A-9B14-496A-BD43-E25EC9F1E110}" srcOrd="15" destOrd="0" presId="urn:microsoft.com/office/officeart/2008/layout/LinedList"/>
    <dgm:cxn modelId="{9B9AFB7C-952E-40ED-8698-4D34F95699EA}" type="presParOf" srcId="{4D96960A-9B14-496A-BD43-E25EC9F1E110}" destId="{DC00A5D3-0B19-4A03-B760-0BC007B286EC}" srcOrd="0" destOrd="0" presId="urn:microsoft.com/office/officeart/2008/layout/LinedList"/>
    <dgm:cxn modelId="{5842BB7B-6855-4173-9919-00C6B9CDEA2C}" type="presParOf" srcId="{4D96960A-9B14-496A-BD43-E25EC9F1E110}" destId="{7AC05B88-C065-4339-8D57-5F31B31AA7A8}" srcOrd="1" destOrd="0" presId="urn:microsoft.com/office/officeart/2008/layout/LinedList"/>
    <dgm:cxn modelId="{5D865928-BC8D-49F3-B63D-12BAEAEB02F1}" type="presParOf" srcId="{86DC8947-F915-4456-AF55-093A7EE8E899}" destId="{F1629BFF-BC46-413B-ACD4-F4EA9E41080A}" srcOrd="16" destOrd="0" presId="urn:microsoft.com/office/officeart/2008/layout/LinedList"/>
    <dgm:cxn modelId="{57C6A03C-8A12-4E60-8071-047936EA2FB6}" type="presParOf" srcId="{86DC8947-F915-4456-AF55-093A7EE8E899}" destId="{85F93B5B-8D1E-43FE-8687-FF7B8EF45C4D}" srcOrd="17" destOrd="0" presId="urn:microsoft.com/office/officeart/2008/layout/LinedList"/>
    <dgm:cxn modelId="{369FE546-4644-4F14-8971-323F5D6FFE90}" type="presParOf" srcId="{85F93B5B-8D1E-43FE-8687-FF7B8EF45C4D}" destId="{B6E8B10E-53B2-48FB-BD39-5E8CC713120E}" srcOrd="0" destOrd="0" presId="urn:microsoft.com/office/officeart/2008/layout/LinedList"/>
    <dgm:cxn modelId="{EC8319E5-6754-45DE-9440-62F78EF93515}" type="presParOf" srcId="{85F93B5B-8D1E-43FE-8687-FF7B8EF45C4D}" destId="{78295729-0E7C-426B-9823-2A021B8CE0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EE630F1-1554-4BC9-A4D3-7CAD7BD4FACA}" type="doc">
      <dgm:prSet loTypeId="urn:microsoft.com/office/officeart/2008/layout/LinedList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s-ES"/>
        </a:p>
      </dgm:t>
    </dgm:pt>
    <dgm:pt modelId="{B394C837-DC11-456A-85A6-933B274B4768}">
      <dgm:prSet/>
      <dgm:spPr/>
      <dgm:t>
        <a:bodyPr/>
        <a:lstStyle/>
        <a:p>
          <a:pPr rtl="0"/>
          <a:r>
            <a:rPr lang="es-ES" smtClean="0"/>
            <a:t>Adaptaciones curriculares, flexible a las versiones que cada docente desarrolla (notas, cuaderno, etc.) y en el caso de Telesecundaria, las adaptaciones que requieren las actividades propuestas en las parrillas, dosificaciones, así como en los libros del alumno y el maestro.</a:t>
          </a:r>
          <a:endParaRPr lang="es-MX"/>
        </a:p>
      </dgm:t>
    </dgm:pt>
    <dgm:pt modelId="{C02B2CD9-89FE-4602-8FE3-85C7A80F6F3A}" type="parTrans" cxnId="{3605BC8B-A256-4B3E-923B-BC022DC6962E}">
      <dgm:prSet/>
      <dgm:spPr/>
      <dgm:t>
        <a:bodyPr/>
        <a:lstStyle/>
        <a:p>
          <a:endParaRPr lang="es-ES"/>
        </a:p>
      </dgm:t>
    </dgm:pt>
    <dgm:pt modelId="{A52C3290-604D-4098-97A5-1B9C997471CD}" type="sibTrans" cxnId="{3605BC8B-A256-4B3E-923B-BC022DC6962E}">
      <dgm:prSet/>
      <dgm:spPr/>
      <dgm:t>
        <a:bodyPr/>
        <a:lstStyle/>
        <a:p>
          <a:endParaRPr lang="es-ES"/>
        </a:p>
      </dgm:t>
    </dgm:pt>
    <dgm:pt modelId="{A58240F6-102F-4F07-99DB-4F65F13C0B4D}">
      <dgm:prSet/>
      <dgm:spPr/>
      <dgm:t>
        <a:bodyPr/>
        <a:lstStyle/>
        <a:p>
          <a:pPr rtl="0"/>
          <a:r>
            <a:rPr lang="es-ES" dirty="0" smtClean="0"/>
            <a:t>Formas en las que organiza a los alumnos dependiendo de sus características, grado o diversidad lingüística.</a:t>
          </a:r>
          <a:endParaRPr lang="es-MX" dirty="0"/>
        </a:p>
      </dgm:t>
    </dgm:pt>
    <dgm:pt modelId="{2EE90F58-FDA3-45B0-B924-92A7DC5D8829}" type="parTrans" cxnId="{C28317F7-FEA8-4BB4-B17D-A4C48BF57241}">
      <dgm:prSet/>
      <dgm:spPr/>
      <dgm:t>
        <a:bodyPr/>
        <a:lstStyle/>
        <a:p>
          <a:endParaRPr lang="es-ES"/>
        </a:p>
      </dgm:t>
    </dgm:pt>
    <dgm:pt modelId="{D7A731DA-B07A-43ED-AE53-4948D5FF4E12}" type="sibTrans" cxnId="{C28317F7-FEA8-4BB4-B17D-A4C48BF57241}">
      <dgm:prSet/>
      <dgm:spPr/>
      <dgm:t>
        <a:bodyPr/>
        <a:lstStyle/>
        <a:p>
          <a:endParaRPr lang="es-ES"/>
        </a:p>
      </dgm:t>
    </dgm:pt>
    <dgm:pt modelId="{B4DAEF9E-DC30-4933-A374-D5DC86A7E5B3}">
      <dgm:prSet/>
      <dgm:spPr/>
      <dgm:t>
        <a:bodyPr/>
        <a:lstStyle/>
        <a:p>
          <a:pPr rtl="0"/>
          <a:r>
            <a:rPr lang="es-ES" dirty="0" smtClean="0"/>
            <a:t>Formas de optimizar el tiempo para actividades de enseñanza, de gestión, acciones remediales, propedéuticas, etc.</a:t>
          </a:r>
          <a:endParaRPr lang="es-MX" dirty="0"/>
        </a:p>
      </dgm:t>
    </dgm:pt>
    <dgm:pt modelId="{31755265-CA8C-44AE-9113-6E836B49B5D9}" type="parTrans" cxnId="{6247FF74-F2F9-47BF-B6A5-64A545A36698}">
      <dgm:prSet/>
      <dgm:spPr/>
      <dgm:t>
        <a:bodyPr/>
        <a:lstStyle/>
        <a:p>
          <a:endParaRPr lang="es-ES"/>
        </a:p>
      </dgm:t>
    </dgm:pt>
    <dgm:pt modelId="{F85E07E8-9B16-4B3C-8169-B98D3A457265}" type="sibTrans" cxnId="{6247FF74-F2F9-47BF-B6A5-64A545A36698}">
      <dgm:prSet/>
      <dgm:spPr/>
      <dgm:t>
        <a:bodyPr/>
        <a:lstStyle/>
        <a:p>
          <a:endParaRPr lang="es-ES"/>
        </a:p>
      </dgm:t>
    </dgm:pt>
    <dgm:pt modelId="{50984945-6037-47C6-AF8A-2001C42594CC}">
      <dgm:prSet/>
      <dgm:spPr/>
      <dgm:t>
        <a:bodyPr/>
        <a:lstStyle/>
        <a:p>
          <a:pPr rtl="0"/>
          <a:r>
            <a:rPr lang="es-ES" smtClean="0"/>
            <a:t>Tipo de actividades y materiales didácticos que diseña, adapta, recupera o traduce para desarrollar los aprendizajes. </a:t>
          </a:r>
          <a:endParaRPr lang="es-MX"/>
        </a:p>
      </dgm:t>
    </dgm:pt>
    <dgm:pt modelId="{0B13AD97-2388-41F6-8532-66956FCC229A}" type="parTrans" cxnId="{79877BC5-58B3-4AE3-899B-F0F7C2EBBC34}">
      <dgm:prSet/>
      <dgm:spPr/>
      <dgm:t>
        <a:bodyPr/>
        <a:lstStyle/>
        <a:p>
          <a:endParaRPr lang="es-ES"/>
        </a:p>
      </dgm:t>
    </dgm:pt>
    <dgm:pt modelId="{4F8041AA-D6DA-40F4-98F0-1F39E741A653}" type="sibTrans" cxnId="{79877BC5-58B3-4AE3-899B-F0F7C2EBBC34}">
      <dgm:prSet/>
      <dgm:spPr/>
      <dgm:t>
        <a:bodyPr/>
        <a:lstStyle/>
        <a:p>
          <a:endParaRPr lang="es-ES"/>
        </a:p>
      </dgm:t>
    </dgm:pt>
    <dgm:pt modelId="{7A952E7E-253D-4542-99A5-792AA6A17A9A}">
      <dgm:prSet/>
      <dgm:spPr/>
      <dgm:t>
        <a:bodyPr/>
        <a:lstStyle/>
        <a:p>
          <a:pPr rtl="0"/>
          <a:r>
            <a:rPr lang="es-MX" smtClean="0"/>
            <a:t>Registro de avances en el logro de aprendizajes de cada uno de sus alumnos a través de la observación.</a:t>
          </a:r>
          <a:endParaRPr lang="es-MX"/>
        </a:p>
      </dgm:t>
    </dgm:pt>
    <dgm:pt modelId="{74CB0088-7B16-4C14-94CB-BEFBA9432E33}" type="parTrans" cxnId="{57380DD2-05F0-4ABE-A97F-257220F37D2F}">
      <dgm:prSet/>
      <dgm:spPr/>
      <dgm:t>
        <a:bodyPr/>
        <a:lstStyle/>
        <a:p>
          <a:endParaRPr lang="es-ES"/>
        </a:p>
      </dgm:t>
    </dgm:pt>
    <dgm:pt modelId="{4A6C6B2B-06DE-4540-BB7E-6B1C2B92AEF6}" type="sibTrans" cxnId="{57380DD2-05F0-4ABE-A97F-257220F37D2F}">
      <dgm:prSet/>
      <dgm:spPr/>
      <dgm:t>
        <a:bodyPr/>
        <a:lstStyle/>
        <a:p>
          <a:endParaRPr lang="es-ES"/>
        </a:p>
      </dgm:t>
    </dgm:pt>
    <dgm:pt modelId="{2756EDD8-E50D-4C86-B7A5-C39A6717E895}">
      <dgm:prSet/>
      <dgm:spPr/>
      <dgm:t>
        <a:bodyPr/>
        <a:lstStyle/>
        <a:p>
          <a:pPr rtl="0"/>
          <a:r>
            <a:rPr lang="es-ES" dirty="0" smtClean="0"/>
            <a:t>Recuperación de elementos del contexto que se reflejan e influyen en su práctica, como el apoyo que reciben por parte de la comunidad y de los padres de familia. Para el caso de Educación indígena: relatos, cantos, poemas, tradiciones, entre otros.</a:t>
          </a:r>
          <a:endParaRPr lang="es-MX" dirty="0"/>
        </a:p>
      </dgm:t>
    </dgm:pt>
    <dgm:pt modelId="{883E100B-2D2F-4CAB-B8C2-FD48A2BE9902}" type="parTrans" cxnId="{01701825-FAAB-486F-96B4-BF792894B04C}">
      <dgm:prSet/>
      <dgm:spPr/>
      <dgm:t>
        <a:bodyPr/>
        <a:lstStyle/>
        <a:p>
          <a:endParaRPr lang="es-ES"/>
        </a:p>
      </dgm:t>
    </dgm:pt>
    <dgm:pt modelId="{993B6288-4C05-415E-BD40-47A2D9F758A7}" type="sibTrans" cxnId="{01701825-FAAB-486F-96B4-BF792894B04C}">
      <dgm:prSet/>
      <dgm:spPr/>
      <dgm:t>
        <a:bodyPr/>
        <a:lstStyle/>
        <a:p>
          <a:endParaRPr lang="es-ES"/>
        </a:p>
      </dgm:t>
    </dgm:pt>
    <dgm:pt modelId="{C1B329EA-A201-4965-AB0B-D64820242CBB}" type="pres">
      <dgm:prSet presAssocID="{8EE630F1-1554-4BC9-A4D3-7CAD7BD4FACA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23FEEF40-E587-423B-A17E-480DB9A71EC2}" type="pres">
      <dgm:prSet presAssocID="{B394C837-DC11-456A-85A6-933B274B4768}" presName="thickLine" presStyleLbl="alignNode1" presStyleIdx="0" presStyleCnt="6"/>
      <dgm:spPr/>
    </dgm:pt>
    <dgm:pt modelId="{6479F052-C30B-4734-8D11-D15BDAE67E89}" type="pres">
      <dgm:prSet presAssocID="{B394C837-DC11-456A-85A6-933B274B4768}" presName="horz1" presStyleCnt="0"/>
      <dgm:spPr/>
    </dgm:pt>
    <dgm:pt modelId="{358EEC19-1ACF-4539-862C-6D1DCD623FBC}" type="pres">
      <dgm:prSet presAssocID="{B394C837-DC11-456A-85A6-933B274B4768}" presName="tx1" presStyleLbl="revTx" presStyleIdx="0" presStyleCnt="6"/>
      <dgm:spPr/>
      <dgm:t>
        <a:bodyPr/>
        <a:lstStyle/>
        <a:p>
          <a:endParaRPr lang="es-ES"/>
        </a:p>
      </dgm:t>
    </dgm:pt>
    <dgm:pt modelId="{56902A6C-12EA-40EC-A689-24966B2B73DA}" type="pres">
      <dgm:prSet presAssocID="{B394C837-DC11-456A-85A6-933B274B4768}" presName="vert1" presStyleCnt="0"/>
      <dgm:spPr/>
    </dgm:pt>
    <dgm:pt modelId="{159BC3F5-BEF3-42B8-AB7F-C6EED78F4E63}" type="pres">
      <dgm:prSet presAssocID="{A58240F6-102F-4F07-99DB-4F65F13C0B4D}" presName="thickLine" presStyleLbl="alignNode1" presStyleIdx="1" presStyleCnt="6"/>
      <dgm:spPr/>
    </dgm:pt>
    <dgm:pt modelId="{1CE3C407-CFA2-4926-83DB-13D8AC1D2596}" type="pres">
      <dgm:prSet presAssocID="{A58240F6-102F-4F07-99DB-4F65F13C0B4D}" presName="horz1" presStyleCnt="0"/>
      <dgm:spPr/>
    </dgm:pt>
    <dgm:pt modelId="{3D274723-3E6A-4517-899F-EEC441369673}" type="pres">
      <dgm:prSet presAssocID="{A58240F6-102F-4F07-99DB-4F65F13C0B4D}" presName="tx1" presStyleLbl="revTx" presStyleIdx="1" presStyleCnt="6" custLinFactNeighborY="8232"/>
      <dgm:spPr/>
      <dgm:t>
        <a:bodyPr/>
        <a:lstStyle/>
        <a:p>
          <a:endParaRPr lang="es-ES"/>
        </a:p>
      </dgm:t>
    </dgm:pt>
    <dgm:pt modelId="{CFD871D0-3AC3-4160-99CE-D4853E006131}" type="pres">
      <dgm:prSet presAssocID="{A58240F6-102F-4F07-99DB-4F65F13C0B4D}" presName="vert1" presStyleCnt="0"/>
      <dgm:spPr/>
    </dgm:pt>
    <dgm:pt modelId="{81C98E03-3F51-4FCE-88A9-F1785BC248C4}" type="pres">
      <dgm:prSet presAssocID="{B4DAEF9E-DC30-4933-A374-D5DC86A7E5B3}" presName="thickLine" presStyleLbl="alignNode1" presStyleIdx="2" presStyleCnt="6" custLinFactNeighborY="-24401"/>
      <dgm:spPr/>
    </dgm:pt>
    <dgm:pt modelId="{EC4F5873-7C05-440A-8194-B003CEAB9E9F}" type="pres">
      <dgm:prSet presAssocID="{B4DAEF9E-DC30-4933-A374-D5DC86A7E5B3}" presName="horz1" presStyleCnt="0"/>
      <dgm:spPr/>
    </dgm:pt>
    <dgm:pt modelId="{D8990B76-7C8C-4CF9-82E7-EB9CDA56C833}" type="pres">
      <dgm:prSet presAssocID="{B4DAEF9E-DC30-4933-A374-D5DC86A7E5B3}" presName="tx1" presStyleLbl="revTx" presStyleIdx="2" presStyleCnt="6"/>
      <dgm:spPr/>
      <dgm:t>
        <a:bodyPr/>
        <a:lstStyle/>
        <a:p>
          <a:endParaRPr lang="es-ES"/>
        </a:p>
      </dgm:t>
    </dgm:pt>
    <dgm:pt modelId="{70C0969D-E25D-4C69-8A5C-C138B70105DE}" type="pres">
      <dgm:prSet presAssocID="{B4DAEF9E-DC30-4933-A374-D5DC86A7E5B3}" presName="vert1" presStyleCnt="0"/>
      <dgm:spPr/>
    </dgm:pt>
    <dgm:pt modelId="{0E2CE992-B507-4C19-82B6-9AF03E04DC09}" type="pres">
      <dgm:prSet presAssocID="{50984945-6037-47C6-AF8A-2001C42594CC}" presName="thickLine" presStyleLbl="alignNode1" presStyleIdx="3" presStyleCnt="6" custLinFactNeighborY="-36602"/>
      <dgm:spPr/>
    </dgm:pt>
    <dgm:pt modelId="{3CCAE87C-3ABD-4953-A6F4-944A7D5980C6}" type="pres">
      <dgm:prSet presAssocID="{50984945-6037-47C6-AF8A-2001C42594CC}" presName="horz1" presStyleCnt="0"/>
      <dgm:spPr/>
    </dgm:pt>
    <dgm:pt modelId="{39AE5D4E-5AFB-4FB8-B57F-C8D94AA158FD}" type="pres">
      <dgm:prSet presAssocID="{50984945-6037-47C6-AF8A-2001C42594CC}" presName="tx1" presStyleLbl="revTx" presStyleIdx="3" presStyleCnt="6"/>
      <dgm:spPr/>
      <dgm:t>
        <a:bodyPr/>
        <a:lstStyle/>
        <a:p>
          <a:endParaRPr lang="es-ES"/>
        </a:p>
      </dgm:t>
    </dgm:pt>
    <dgm:pt modelId="{186EF171-4F6C-404D-B8DC-CF305974BE89}" type="pres">
      <dgm:prSet presAssocID="{50984945-6037-47C6-AF8A-2001C42594CC}" presName="vert1" presStyleCnt="0"/>
      <dgm:spPr/>
    </dgm:pt>
    <dgm:pt modelId="{EB66581E-AF13-4696-98BF-6F4574FA92CA}" type="pres">
      <dgm:prSet presAssocID="{7A952E7E-253D-4542-99A5-792AA6A17A9A}" presName="thickLine" presStyleLbl="alignNode1" presStyleIdx="4" presStyleCnt="6" custLinFactNeighborY="-34568"/>
      <dgm:spPr/>
    </dgm:pt>
    <dgm:pt modelId="{F2898966-9A36-440F-BAA6-4BE3E0E9DF49}" type="pres">
      <dgm:prSet presAssocID="{7A952E7E-253D-4542-99A5-792AA6A17A9A}" presName="horz1" presStyleCnt="0"/>
      <dgm:spPr/>
    </dgm:pt>
    <dgm:pt modelId="{70EC6016-5C27-4B20-A3D9-3076E01F12D4}" type="pres">
      <dgm:prSet presAssocID="{7A952E7E-253D-4542-99A5-792AA6A17A9A}" presName="tx1" presStyleLbl="revTx" presStyleIdx="4" presStyleCnt="6"/>
      <dgm:spPr/>
      <dgm:t>
        <a:bodyPr/>
        <a:lstStyle/>
        <a:p>
          <a:endParaRPr lang="es-ES"/>
        </a:p>
      </dgm:t>
    </dgm:pt>
    <dgm:pt modelId="{F1872060-BAD2-46F9-B4A2-0054FC5955F0}" type="pres">
      <dgm:prSet presAssocID="{7A952E7E-253D-4542-99A5-792AA6A17A9A}" presName="vert1" presStyleCnt="0"/>
      <dgm:spPr/>
    </dgm:pt>
    <dgm:pt modelId="{0A5ADD9C-619D-4C9C-BF0D-F0849BE079C9}" type="pres">
      <dgm:prSet presAssocID="{2756EDD8-E50D-4C86-B7A5-C39A6717E895}" presName="thickLine" presStyleLbl="alignNode1" presStyleIdx="5" presStyleCnt="6" custLinFactNeighborY="-42702"/>
      <dgm:spPr/>
    </dgm:pt>
    <dgm:pt modelId="{228CED97-345C-4494-9E43-DCCCB5BD493E}" type="pres">
      <dgm:prSet presAssocID="{2756EDD8-E50D-4C86-B7A5-C39A6717E895}" presName="horz1" presStyleCnt="0"/>
      <dgm:spPr/>
    </dgm:pt>
    <dgm:pt modelId="{CAB45D78-00F0-4988-8054-BAA3ED90EB56}" type="pres">
      <dgm:prSet presAssocID="{2756EDD8-E50D-4C86-B7A5-C39A6717E895}" presName="tx1" presStyleLbl="revTx" presStyleIdx="5" presStyleCnt="6" custLinFactNeighborY="-32535"/>
      <dgm:spPr/>
      <dgm:t>
        <a:bodyPr/>
        <a:lstStyle/>
        <a:p>
          <a:endParaRPr lang="es-ES"/>
        </a:p>
      </dgm:t>
    </dgm:pt>
    <dgm:pt modelId="{EFEF9DA2-7FAF-407C-B5B9-2C85580B2AF8}" type="pres">
      <dgm:prSet presAssocID="{2756EDD8-E50D-4C86-B7A5-C39A6717E895}" presName="vert1" presStyleCnt="0"/>
      <dgm:spPr/>
    </dgm:pt>
  </dgm:ptLst>
  <dgm:cxnLst>
    <dgm:cxn modelId="{6247FF74-F2F9-47BF-B6A5-64A545A36698}" srcId="{8EE630F1-1554-4BC9-A4D3-7CAD7BD4FACA}" destId="{B4DAEF9E-DC30-4933-A374-D5DC86A7E5B3}" srcOrd="2" destOrd="0" parTransId="{31755265-CA8C-44AE-9113-6E836B49B5D9}" sibTransId="{F85E07E8-9B16-4B3C-8169-B98D3A457265}"/>
    <dgm:cxn modelId="{57380DD2-05F0-4ABE-A97F-257220F37D2F}" srcId="{8EE630F1-1554-4BC9-A4D3-7CAD7BD4FACA}" destId="{7A952E7E-253D-4542-99A5-792AA6A17A9A}" srcOrd="4" destOrd="0" parTransId="{74CB0088-7B16-4C14-94CB-BEFBA9432E33}" sibTransId="{4A6C6B2B-06DE-4540-BB7E-6B1C2B92AEF6}"/>
    <dgm:cxn modelId="{BC4588DF-FE29-4E2A-82DE-E218B5422AA6}" type="presOf" srcId="{B4DAEF9E-DC30-4933-A374-D5DC86A7E5B3}" destId="{D8990B76-7C8C-4CF9-82E7-EB9CDA56C833}" srcOrd="0" destOrd="0" presId="urn:microsoft.com/office/officeart/2008/layout/LinedList"/>
    <dgm:cxn modelId="{4A0EB204-C3EA-4C24-A0D4-6862E4A19329}" type="presOf" srcId="{B394C837-DC11-456A-85A6-933B274B4768}" destId="{358EEC19-1ACF-4539-862C-6D1DCD623FBC}" srcOrd="0" destOrd="0" presId="urn:microsoft.com/office/officeart/2008/layout/LinedList"/>
    <dgm:cxn modelId="{0E5964E6-CDC6-49FA-A476-4F85F72D9DF1}" type="presOf" srcId="{8EE630F1-1554-4BC9-A4D3-7CAD7BD4FACA}" destId="{C1B329EA-A201-4965-AB0B-D64820242CBB}" srcOrd="0" destOrd="0" presId="urn:microsoft.com/office/officeart/2008/layout/LinedList"/>
    <dgm:cxn modelId="{3D7A5941-707D-4ADC-8E44-3D6E9B6FFB47}" type="presOf" srcId="{7A952E7E-253D-4542-99A5-792AA6A17A9A}" destId="{70EC6016-5C27-4B20-A3D9-3076E01F12D4}" srcOrd="0" destOrd="0" presId="urn:microsoft.com/office/officeart/2008/layout/LinedList"/>
    <dgm:cxn modelId="{278415BD-9900-46B8-B11D-999878EFE0EC}" type="presOf" srcId="{50984945-6037-47C6-AF8A-2001C42594CC}" destId="{39AE5D4E-5AFB-4FB8-B57F-C8D94AA158FD}" srcOrd="0" destOrd="0" presId="urn:microsoft.com/office/officeart/2008/layout/LinedList"/>
    <dgm:cxn modelId="{F1F95D1E-402C-4CBA-989A-D2A2EE9B3855}" type="presOf" srcId="{A58240F6-102F-4F07-99DB-4F65F13C0B4D}" destId="{3D274723-3E6A-4517-899F-EEC441369673}" srcOrd="0" destOrd="0" presId="urn:microsoft.com/office/officeart/2008/layout/LinedList"/>
    <dgm:cxn modelId="{C28317F7-FEA8-4BB4-B17D-A4C48BF57241}" srcId="{8EE630F1-1554-4BC9-A4D3-7CAD7BD4FACA}" destId="{A58240F6-102F-4F07-99DB-4F65F13C0B4D}" srcOrd="1" destOrd="0" parTransId="{2EE90F58-FDA3-45B0-B924-92A7DC5D8829}" sibTransId="{D7A731DA-B07A-43ED-AE53-4948D5FF4E12}"/>
    <dgm:cxn modelId="{79877BC5-58B3-4AE3-899B-F0F7C2EBBC34}" srcId="{8EE630F1-1554-4BC9-A4D3-7CAD7BD4FACA}" destId="{50984945-6037-47C6-AF8A-2001C42594CC}" srcOrd="3" destOrd="0" parTransId="{0B13AD97-2388-41F6-8532-66956FCC229A}" sibTransId="{4F8041AA-D6DA-40F4-98F0-1F39E741A653}"/>
    <dgm:cxn modelId="{3605BC8B-A256-4B3E-923B-BC022DC6962E}" srcId="{8EE630F1-1554-4BC9-A4D3-7CAD7BD4FACA}" destId="{B394C837-DC11-456A-85A6-933B274B4768}" srcOrd="0" destOrd="0" parTransId="{C02B2CD9-89FE-4602-8FE3-85C7A80F6F3A}" sibTransId="{A52C3290-604D-4098-97A5-1B9C997471CD}"/>
    <dgm:cxn modelId="{36C595F0-E610-412C-904D-FB881ECF370B}" type="presOf" srcId="{2756EDD8-E50D-4C86-B7A5-C39A6717E895}" destId="{CAB45D78-00F0-4988-8054-BAA3ED90EB56}" srcOrd="0" destOrd="0" presId="urn:microsoft.com/office/officeart/2008/layout/LinedList"/>
    <dgm:cxn modelId="{01701825-FAAB-486F-96B4-BF792894B04C}" srcId="{8EE630F1-1554-4BC9-A4D3-7CAD7BD4FACA}" destId="{2756EDD8-E50D-4C86-B7A5-C39A6717E895}" srcOrd="5" destOrd="0" parTransId="{883E100B-2D2F-4CAB-B8C2-FD48A2BE9902}" sibTransId="{993B6288-4C05-415E-BD40-47A2D9F758A7}"/>
    <dgm:cxn modelId="{A67E826A-426E-47FE-A7F0-AB545EEA7188}" type="presParOf" srcId="{C1B329EA-A201-4965-AB0B-D64820242CBB}" destId="{23FEEF40-E587-423B-A17E-480DB9A71EC2}" srcOrd="0" destOrd="0" presId="urn:microsoft.com/office/officeart/2008/layout/LinedList"/>
    <dgm:cxn modelId="{95ECC675-D6D1-4EE0-B746-B19D10C12DCC}" type="presParOf" srcId="{C1B329EA-A201-4965-AB0B-D64820242CBB}" destId="{6479F052-C30B-4734-8D11-D15BDAE67E89}" srcOrd="1" destOrd="0" presId="urn:microsoft.com/office/officeart/2008/layout/LinedList"/>
    <dgm:cxn modelId="{6876D752-3CFE-4CFE-84A8-39480C0C3EBE}" type="presParOf" srcId="{6479F052-C30B-4734-8D11-D15BDAE67E89}" destId="{358EEC19-1ACF-4539-862C-6D1DCD623FBC}" srcOrd="0" destOrd="0" presId="urn:microsoft.com/office/officeart/2008/layout/LinedList"/>
    <dgm:cxn modelId="{6D3EEA7F-6B9B-4CA5-8ADD-4265FF95E136}" type="presParOf" srcId="{6479F052-C30B-4734-8D11-D15BDAE67E89}" destId="{56902A6C-12EA-40EC-A689-24966B2B73DA}" srcOrd="1" destOrd="0" presId="urn:microsoft.com/office/officeart/2008/layout/LinedList"/>
    <dgm:cxn modelId="{CEDCE038-99BD-47DC-B5AF-2CAD310991F1}" type="presParOf" srcId="{C1B329EA-A201-4965-AB0B-D64820242CBB}" destId="{159BC3F5-BEF3-42B8-AB7F-C6EED78F4E63}" srcOrd="2" destOrd="0" presId="urn:microsoft.com/office/officeart/2008/layout/LinedList"/>
    <dgm:cxn modelId="{13C1DB82-C4A1-423B-A2B9-C4016CD0110A}" type="presParOf" srcId="{C1B329EA-A201-4965-AB0B-D64820242CBB}" destId="{1CE3C407-CFA2-4926-83DB-13D8AC1D2596}" srcOrd="3" destOrd="0" presId="urn:microsoft.com/office/officeart/2008/layout/LinedList"/>
    <dgm:cxn modelId="{3532F11E-2FAA-40BE-B0B5-58D97B00FAB3}" type="presParOf" srcId="{1CE3C407-CFA2-4926-83DB-13D8AC1D2596}" destId="{3D274723-3E6A-4517-899F-EEC441369673}" srcOrd="0" destOrd="0" presId="urn:microsoft.com/office/officeart/2008/layout/LinedList"/>
    <dgm:cxn modelId="{98E56A32-2E06-44B0-9DD2-680CC38F6165}" type="presParOf" srcId="{1CE3C407-CFA2-4926-83DB-13D8AC1D2596}" destId="{CFD871D0-3AC3-4160-99CE-D4853E006131}" srcOrd="1" destOrd="0" presId="urn:microsoft.com/office/officeart/2008/layout/LinedList"/>
    <dgm:cxn modelId="{195F5F9A-2CD7-4EE4-B73A-A2211B28A8D2}" type="presParOf" srcId="{C1B329EA-A201-4965-AB0B-D64820242CBB}" destId="{81C98E03-3F51-4FCE-88A9-F1785BC248C4}" srcOrd="4" destOrd="0" presId="urn:microsoft.com/office/officeart/2008/layout/LinedList"/>
    <dgm:cxn modelId="{7B44F5A7-38C3-4A92-A343-4F4F34F984CC}" type="presParOf" srcId="{C1B329EA-A201-4965-AB0B-D64820242CBB}" destId="{EC4F5873-7C05-440A-8194-B003CEAB9E9F}" srcOrd="5" destOrd="0" presId="urn:microsoft.com/office/officeart/2008/layout/LinedList"/>
    <dgm:cxn modelId="{0A4A88F9-C775-4707-B407-627012D32C74}" type="presParOf" srcId="{EC4F5873-7C05-440A-8194-B003CEAB9E9F}" destId="{D8990B76-7C8C-4CF9-82E7-EB9CDA56C833}" srcOrd="0" destOrd="0" presId="urn:microsoft.com/office/officeart/2008/layout/LinedList"/>
    <dgm:cxn modelId="{CEC8BC0E-9097-4BF7-A1C6-EFD8F3DC3B47}" type="presParOf" srcId="{EC4F5873-7C05-440A-8194-B003CEAB9E9F}" destId="{70C0969D-E25D-4C69-8A5C-C138B70105DE}" srcOrd="1" destOrd="0" presId="urn:microsoft.com/office/officeart/2008/layout/LinedList"/>
    <dgm:cxn modelId="{601300A8-975B-4871-9ECC-0490551637A5}" type="presParOf" srcId="{C1B329EA-A201-4965-AB0B-D64820242CBB}" destId="{0E2CE992-B507-4C19-82B6-9AF03E04DC09}" srcOrd="6" destOrd="0" presId="urn:microsoft.com/office/officeart/2008/layout/LinedList"/>
    <dgm:cxn modelId="{B7C0C90F-405F-4CFF-BEF8-A25001E5D8DF}" type="presParOf" srcId="{C1B329EA-A201-4965-AB0B-D64820242CBB}" destId="{3CCAE87C-3ABD-4953-A6F4-944A7D5980C6}" srcOrd="7" destOrd="0" presId="urn:microsoft.com/office/officeart/2008/layout/LinedList"/>
    <dgm:cxn modelId="{D5E6C540-D7AB-4406-B887-4373E23D7643}" type="presParOf" srcId="{3CCAE87C-3ABD-4953-A6F4-944A7D5980C6}" destId="{39AE5D4E-5AFB-4FB8-B57F-C8D94AA158FD}" srcOrd="0" destOrd="0" presId="urn:microsoft.com/office/officeart/2008/layout/LinedList"/>
    <dgm:cxn modelId="{B1532425-CCE0-426E-BAE1-07EC89C13CF7}" type="presParOf" srcId="{3CCAE87C-3ABD-4953-A6F4-944A7D5980C6}" destId="{186EF171-4F6C-404D-B8DC-CF305974BE89}" srcOrd="1" destOrd="0" presId="urn:microsoft.com/office/officeart/2008/layout/LinedList"/>
    <dgm:cxn modelId="{B32B955D-633C-454C-9B3D-FC427E124742}" type="presParOf" srcId="{C1B329EA-A201-4965-AB0B-D64820242CBB}" destId="{EB66581E-AF13-4696-98BF-6F4574FA92CA}" srcOrd="8" destOrd="0" presId="urn:microsoft.com/office/officeart/2008/layout/LinedList"/>
    <dgm:cxn modelId="{B25BCB32-1C99-4F18-BBF1-E6204AF163B6}" type="presParOf" srcId="{C1B329EA-A201-4965-AB0B-D64820242CBB}" destId="{F2898966-9A36-440F-BAA6-4BE3E0E9DF49}" srcOrd="9" destOrd="0" presId="urn:microsoft.com/office/officeart/2008/layout/LinedList"/>
    <dgm:cxn modelId="{AD6BFE30-6208-48C5-AB04-06CA0E690032}" type="presParOf" srcId="{F2898966-9A36-440F-BAA6-4BE3E0E9DF49}" destId="{70EC6016-5C27-4B20-A3D9-3076E01F12D4}" srcOrd="0" destOrd="0" presId="urn:microsoft.com/office/officeart/2008/layout/LinedList"/>
    <dgm:cxn modelId="{4B92AB5A-1730-4393-B95A-D4E4DBDC0532}" type="presParOf" srcId="{F2898966-9A36-440F-BAA6-4BE3E0E9DF49}" destId="{F1872060-BAD2-46F9-B4A2-0054FC5955F0}" srcOrd="1" destOrd="0" presId="urn:microsoft.com/office/officeart/2008/layout/LinedList"/>
    <dgm:cxn modelId="{0526829E-7822-48D6-AA0F-95C8D577AA69}" type="presParOf" srcId="{C1B329EA-A201-4965-AB0B-D64820242CBB}" destId="{0A5ADD9C-619D-4C9C-BF0D-F0849BE079C9}" srcOrd="10" destOrd="0" presId="urn:microsoft.com/office/officeart/2008/layout/LinedList"/>
    <dgm:cxn modelId="{1ECB93AC-904B-4BCA-B72E-01D0481AF02E}" type="presParOf" srcId="{C1B329EA-A201-4965-AB0B-D64820242CBB}" destId="{228CED97-345C-4494-9E43-DCCCB5BD493E}" srcOrd="11" destOrd="0" presId="urn:microsoft.com/office/officeart/2008/layout/LinedList"/>
    <dgm:cxn modelId="{B4C5BD70-31E2-4F5C-ADEB-598A6D9B0C49}" type="presParOf" srcId="{228CED97-345C-4494-9E43-DCCCB5BD493E}" destId="{CAB45D78-00F0-4988-8054-BAA3ED90EB56}" srcOrd="0" destOrd="0" presId="urn:microsoft.com/office/officeart/2008/layout/LinedList"/>
    <dgm:cxn modelId="{C4857F19-4500-41AB-8430-041EE50FB539}" type="presParOf" srcId="{228CED97-345C-4494-9E43-DCCCB5BD493E}" destId="{EFEF9DA2-7FAF-407C-B5B9-2C85580B2AF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C158CB0-66EF-4287-BB7D-C6BB2CB42500}" type="doc">
      <dgm:prSet loTypeId="urn:microsoft.com/office/officeart/2008/layout/Lin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AEC9DB52-98D2-4C5F-819B-C0A211EB524C}">
      <dgm:prSet/>
      <dgm:spPr/>
      <dgm:t>
        <a:bodyPr/>
        <a:lstStyle/>
        <a:p>
          <a:pPr rtl="0"/>
          <a:r>
            <a:rPr lang="es-ES" dirty="0" smtClean="0"/>
            <a:t>Las tareas evaluativas conservarían el enfoque actual sobre el análisis del docente sobre su intervención y sobre qué necesita mejorar y en qué aspectos requiere formarse, además </a:t>
          </a:r>
          <a:r>
            <a:rPr lang="es-MX" dirty="0" smtClean="0"/>
            <a:t>se sugiere incluir la reflexión sobre:</a:t>
          </a:r>
          <a:endParaRPr lang="es-MX" dirty="0"/>
        </a:p>
      </dgm:t>
    </dgm:pt>
    <dgm:pt modelId="{C0F28BC3-18BD-497D-9BFB-1FB4C12BAFA1}" type="parTrans" cxnId="{FD5D3B69-E434-482C-B882-F9C28D5AD65D}">
      <dgm:prSet/>
      <dgm:spPr/>
      <dgm:t>
        <a:bodyPr/>
        <a:lstStyle/>
        <a:p>
          <a:endParaRPr lang="es-ES"/>
        </a:p>
      </dgm:t>
    </dgm:pt>
    <dgm:pt modelId="{708926B5-E2B4-428D-825C-94073FB08A39}" type="sibTrans" cxnId="{FD5D3B69-E434-482C-B882-F9C28D5AD65D}">
      <dgm:prSet/>
      <dgm:spPr/>
      <dgm:t>
        <a:bodyPr/>
        <a:lstStyle/>
        <a:p>
          <a:endParaRPr lang="es-ES"/>
        </a:p>
      </dgm:t>
    </dgm:pt>
    <dgm:pt modelId="{BB1AE561-F91A-46C7-9E71-EE08084CBEAB}">
      <dgm:prSet/>
      <dgm:spPr/>
      <dgm:t>
        <a:bodyPr/>
        <a:lstStyle/>
        <a:p>
          <a:pPr rtl="0"/>
          <a:r>
            <a:rPr lang="es-ES" dirty="0" smtClean="0"/>
            <a:t>El trabajo colaborativo y en colegiado en espacios disponibles como el Consejo Técnico de Zona.</a:t>
          </a:r>
          <a:endParaRPr lang="es-MX" dirty="0"/>
        </a:p>
      </dgm:t>
    </dgm:pt>
    <dgm:pt modelId="{44DC3DA9-F721-4724-88D2-DEFBB0642E3E}" type="parTrans" cxnId="{23679BA6-CBE9-4B09-8358-AD645A7A7EDD}">
      <dgm:prSet/>
      <dgm:spPr/>
      <dgm:t>
        <a:bodyPr/>
        <a:lstStyle/>
        <a:p>
          <a:endParaRPr lang="es-ES"/>
        </a:p>
      </dgm:t>
    </dgm:pt>
    <dgm:pt modelId="{4DE710FB-1841-4052-AFD7-F24A43416DEF}" type="sibTrans" cxnId="{23679BA6-CBE9-4B09-8358-AD645A7A7EDD}">
      <dgm:prSet/>
      <dgm:spPr/>
      <dgm:t>
        <a:bodyPr/>
        <a:lstStyle/>
        <a:p>
          <a:endParaRPr lang="es-ES"/>
        </a:p>
      </dgm:t>
    </dgm:pt>
    <dgm:pt modelId="{F67AD2FB-EBE6-4428-9105-548109100851}">
      <dgm:prSet/>
      <dgm:spPr/>
      <dgm:t>
        <a:bodyPr/>
        <a:lstStyle/>
        <a:p>
          <a:pPr rtl="0"/>
          <a:r>
            <a:rPr lang="es-ES" dirty="0" smtClean="0"/>
            <a:t>La complejidad que implica los procesos de adaptación curricular, de atención a la diversidad y a las necesidades de los alumnos; uso y adaptación de materiales.</a:t>
          </a:r>
          <a:endParaRPr lang="es-MX" dirty="0"/>
        </a:p>
      </dgm:t>
    </dgm:pt>
    <dgm:pt modelId="{C1E07F28-4037-49E9-8441-D23F5D5E70BF}" type="parTrans" cxnId="{158F51C8-973F-45C1-9AB4-FECFD9D6F059}">
      <dgm:prSet/>
      <dgm:spPr/>
      <dgm:t>
        <a:bodyPr/>
        <a:lstStyle/>
        <a:p>
          <a:endParaRPr lang="es-ES"/>
        </a:p>
      </dgm:t>
    </dgm:pt>
    <dgm:pt modelId="{B9241512-C422-4440-AFD4-36BE6CCC011E}" type="sibTrans" cxnId="{158F51C8-973F-45C1-9AB4-FECFD9D6F059}">
      <dgm:prSet/>
      <dgm:spPr/>
      <dgm:t>
        <a:bodyPr/>
        <a:lstStyle/>
        <a:p>
          <a:endParaRPr lang="es-ES"/>
        </a:p>
      </dgm:t>
    </dgm:pt>
    <dgm:pt modelId="{4479C1C3-42BF-490B-AF26-A0CDAA487764}" type="pres">
      <dgm:prSet presAssocID="{5C158CB0-66EF-4287-BB7D-C6BB2CB42500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F3656DF5-5B49-4BFE-ADEF-0ECFDCCA2BF7}" type="pres">
      <dgm:prSet presAssocID="{AEC9DB52-98D2-4C5F-819B-C0A211EB524C}" presName="thickLine" presStyleLbl="alignNode1" presStyleIdx="0" presStyleCnt="3"/>
      <dgm:spPr/>
    </dgm:pt>
    <dgm:pt modelId="{46DF4DD0-A056-4B56-ADEA-915BA0739294}" type="pres">
      <dgm:prSet presAssocID="{AEC9DB52-98D2-4C5F-819B-C0A211EB524C}" presName="horz1" presStyleCnt="0"/>
      <dgm:spPr/>
    </dgm:pt>
    <dgm:pt modelId="{19A938B6-4768-4DDD-854C-1ECE11049BD1}" type="pres">
      <dgm:prSet presAssocID="{AEC9DB52-98D2-4C5F-819B-C0A211EB524C}" presName="tx1" presStyleLbl="revTx" presStyleIdx="0" presStyleCnt="3"/>
      <dgm:spPr/>
      <dgm:t>
        <a:bodyPr/>
        <a:lstStyle/>
        <a:p>
          <a:endParaRPr lang="es-ES"/>
        </a:p>
      </dgm:t>
    </dgm:pt>
    <dgm:pt modelId="{9F86AC14-E4FD-4D45-A765-6DECF2202F22}" type="pres">
      <dgm:prSet presAssocID="{AEC9DB52-98D2-4C5F-819B-C0A211EB524C}" presName="vert1" presStyleCnt="0"/>
      <dgm:spPr/>
    </dgm:pt>
    <dgm:pt modelId="{F0304733-EF11-41FD-B132-DBF2BBB910C4}" type="pres">
      <dgm:prSet presAssocID="{BB1AE561-F91A-46C7-9E71-EE08084CBEAB}" presName="thickLine" presStyleLbl="alignNode1" presStyleIdx="1" presStyleCnt="3"/>
      <dgm:spPr/>
    </dgm:pt>
    <dgm:pt modelId="{F5700B42-134E-4D5A-A9B5-88B74CF9E038}" type="pres">
      <dgm:prSet presAssocID="{BB1AE561-F91A-46C7-9E71-EE08084CBEAB}" presName="horz1" presStyleCnt="0"/>
      <dgm:spPr/>
    </dgm:pt>
    <dgm:pt modelId="{23134E66-E15B-4E8A-AF43-D20FF9831309}" type="pres">
      <dgm:prSet presAssocID="{BB1AE561-F91A-46C7-9E71-EE08084CBEAB}" presName="tx1" presStyleLbl="revTx" presStyleIdx="1" presStyleCnt="3"/>
      <dgm:spPr/>
      <dgm:t>
        <a:bodyPr/>
        <a:lstStyle/>
        <a:p>
          <a:endParaRPr lang="es-ES"/>
        </a:p>
      </dgm:t>
    </dgm:pt>
    <dgm:pt modelId="{1261AF57-5F91-41C4-93B7-F8CD10619ABC}" type="pres">
      <dgm:prSet presAssocID="{BB1AE561-F91A-46C7-9E71-EE08084CBEAB}" presName="vert1" presStyleCnt="0"/>
      <dgm:spPr/>
    </dgm:pt>
    <dgm:pt modelId="{5E56C5FD-09B7-47EE-A726-824D36464C9F}" type="pres">
      <dgm:prSet presAssocID="{F67AD2FB-EBE6-4428-9105-548109100851}" presName="thickLine" presStyleLbl="alignNode1" presStyleIdx="2" presStyleCnt="3"/>
      <dgm:spPr/>
    </dgm:pt>
    <dgm:pt modelId="{FF347CFA-219A-40A8-9E90-10C614884682}" type="pres">
      <dgm:prSet presAssocID="{F67AD2FB-EBE6-4428-9105-548109100851}" presName="horz1" presStyleCnt="0"/>
      <dgm:spPr/>
    </dgm:pt>
    <dgm:pt modelId="{585C59EF-B420-4273-9E37-385FC8741D2D}" type="pres">
      <dgm:prSet presAssocID="{F67AD2FB-EBE6-4428-9105-548109100851}" presName="tx1" presStyleLbl="revTx" presStyleIdx="2" presStyleCnt="3"/>
      <dgm:spPr/>
      <dgm:t>
        <a:bodyPr/>
        <a:lstStyle/>
        <a:p>
          <a:endParaRPr lang="es-ES"/>
        </a:p>
      </dgm:t>
    </dgm:pt>
    <dgm:pt modelId="{0C9EA501-27ED-4D8B-9B07-5DDCF4D76E2F}" type="pres">
      <dgm:prSet presAssocID="{F67AD2FB-EBE6-4428-9105-548109100851}" presName="vert1" presStyleCnt="0"/>
      <dgm:spPr/>
    </dgm:pt>
  </dgm:ptLst>
  <dgm:cxnLst>
    <dgm:cxn modelId="{FD5D3B69-E434-482C-B882-F9C28D5AD65D}" srcId="{5C158CB0-66EF-4287-BB7D-C6BB2CB42500}" destId="{AEC9DB52-98D2-4C5F-819B-C0A211EB524C}" srcOrd="0" destOrd="0" parTransId="{C0F28BC3-18BD-497D-9BFB-1FB4C12BAFA1}" sibTransId="{708926B5-E2B4-428D-825C-94073FB08A39}"/>
    <dgm:cxn modelId="{158F51C8-973F-45C1-9AB4-FECFD9D6F059}" srcId="{5C158CB0-66EF-4287-BB7D-C6BB2CB42500}" destId="{F67AD2FB-EBE6-4428-9105-548109100851}" srcOrd="2" destOrd="0" parTransId="{C1E07F28-4037-49E9-8441-D23F5D5E70BF}" sibTransId="{B9241512-C422-4440-AFD4-36BE6CCC011E}"/>
    <dgm:cxn modelId="{5C4E2A0B-146C-40AD-A5A1-18244053E886}" type="presOf" srcId="{F67AD2FB-EBE6-4428-9105-548109100851}" destId="{585C59EF-B420-4273-9E37-385FC8741D2D}" srcOrd="0" destOrd="0" presId="urn:microsoft.com/office/officeart/2008/layout/LinedList"/>
    <dgm:cxn modelId="{72B760B0-E9A9-4A48-A4FE-CC8E28C8F366}" type="presOf" srcId="{AEC9DB52-98D2-4C5F-819B-C0A211EB524C}" destId="{19A938B6-4768-4DDD-854C-1ECE11049BD1}" srcOrd="0" destOrd="0" presId="urn:microsoft.com/office/officeart/2008/layout/LinedList"/>
    <dgm:cxn modelId="{E31B9D17-B833-4D59-8B50-9A3EA1BB65D0}" type="presOf" srcId="{5C158CB0-66EF-4287-BB7D-C6BB2CB42500}" destId="{4479C1C3-42BF-490B-AF26-A0CDAA487764}" srcOrd="0" destOrd="0" presId="urn:microsoft.com/office/officeart/2008/layout/LinedList"/>
    <dgm:cxn modelId="{0F84A41D-4C61-4E34-AE9B-0A1E1CD4DA30}" type="presOf" srcId="{BB1AE561-F91A-46C7-9E71-EE08084CBEAB}" destId="{23134E66-E15B-4E8A-AF43-D20FF9831309}" srcOrd="0" destOrd="0" presId="urn:microsoft.com/office/officeart/2008/layout/LinedList"/>
    <dgm:cxn modelId="{23679BA6-CBE9-4B09-8358-AD645A7A7EDD}" srcId="{5C158CB0-66EF-4287-BB7D-C6BB2CB42500}" destId="{BB1AE561-F91A-46C7-9E71-EE08084CBEAB}" srcOrd="1" destOrd="0" parTransId="{44DC3DA9-F721-4724-88D2-DEFBB0642E3E}" sibTransId="{4DE710FB-1841-4052-AFD7-F24A43416DEF}"/>
    <dgm:cxn modelId="{1BC19BBA-3845-4BA4-95F8-4ADFE81DADF8}" type="presParOf" srcId="{4479C1C3-42BF-490B-AF26-A0CDAA487764}" destId="{F3656DF5-5B49-4BFE-ADEF-0ECFDCCA2BF7}" srcOrd="0" destOrd="0" presId="urn:microsoft.com/office/officeart/2008/layout/LinedList"/>
    <dgm:cxn modelId="{2BE4C8DD-9E7B-42CF-9FC1-02C3E44D2356}" type="presParOf" srcId="{4479C1C3-42BF-490B-AF26-A0CDAA487764}" destId="{46DF4DD0-A056-4B56-ADEA-915BA0739294}" srcOrd="1" destOrd="0" presId="urn:microsoft.com/office/officeart/2008/layout/LinedList"/>
    <dgm:cxn modelId="{A8653053-6920-4CB4-AA5B-BB234CF97C73}" type="presParOf" srcId="{46DF4DD0-A056-4B56-ADEA-915BA0739294}" destId="{19A938B6-4768-4DDD-854C-1ECE11049BD1}" srcOrd="0" destOrd="0" presId="urn:microsoft.com/office/officeart/2008/layout/LinedList"/>
    <dgm:cxn modelId="{96288420-D37C-4889-9A4B-1033611F945F}" type="presParOf" srcId="{46DF4DD0-A056-4B56-ADEA-915BA0739294}" destId="{9F86AC14-E4FD-4D45-A765-6DECF2202F22}" srcOrd="1" destOrd="0" presId="urn:microsoft.com/office/officeart/2008/layout/LinedList"/>
    <dgm:cxn modelId="{9042346B-4BF3-48B6-8646-91C2755EE0E4}" type="presParOf" srcId="{4479C1C3-42BF-490B-AF26-A0CDAA487764}" destId="{F0304733-EF11-41FD-B132-DBF2BBB910C4}" srcOrd="2" destOrd="0" presId="urn:microsoft.com/office/officeart/2008/layout/LinedList"/>
    <dgm:cxn modelId="{6B2C8CDA-4FB6-4F28-ACD1-E685E92A9EA3}" type="presParOf" srcId="{4479C1C3-42BF-490B-AF26-A0CDAA487764}" destId="{F5700B42-134E-4D5A-A9B5-88B74CF9E038}" srcOrd="3" destOrd="0" presId="urn:microsoft.com/office/officeart/2008/layout/LinedList"/>
    <dgm:cxn modelId="{DFF7062F-F2DE-4E3F-B8E4-A2EFC1540620}" type="presParOf" srcId="{F5700B42-134E-4D5A-A9B5-88B74CF9E038}" destId="{23134E66-E15B-4E8A-AF43-D20FF9831309}" srcOrd="0" destOrd="0" presId="urn:microsoft.com/office/officeart/2008/layout/LinedList"/>
    <dgm:cxn modelId="{8D2B787E-0548-4266-A54C-DF688B6701B0}" type="presParOf" srcId="{F5700B42-134E-4D5A-A9B5-88B74CF9E038}" destId="{1261AF57-5F91-41C4-93B7-F8CD10619ABC}" srcOrd="1" destOrd="0" presId="urn:microsoft.com/office/officeart/2008/layout/LinedList"/>
    <dgm:cxn modelId="{6DAD4B54-76B6-4D9E-93DA-DD20112D2DC6}" type="presParOf" srcId="{4479C1C3-42BF-490B-AF26-A0CDAA487764}" destId="{5E56C5FD-09B7-47EE-A726-824D36464C9F}" srcOrd="4" destOrd="0" presId="urn:microsoft.com/office/officeart/2008/layout/LinedList"/>
    <dgm:cxn modelId="{E3BCF4AC-6033-49FB-AE78-1259DB871B7D}" type="presParOf" srcId="{4479C1C3-42BF-490B-AF26-A0CDAA487764}" destId="{FF347CFA-219A-40A8-9E90-10C614884682}" srcOrd="5" destOrd="0" presId="urn:microsoft.com/office/officeart/2008/layout/LinedList"/>
    <dgm:cxn modelId="{715C28B9-4F6A-4F3A-AB51-F48DE27D04EF}" type="presParOf" srcId="{FF347CFA-219A-40A8-9E90-10C614884682}" destId="{585C59EF-B420-4273-9E37-385FC8741D2D}" srcOrd="0" destOrd="0" presId="urn:microsoft.com/office/officeart/2008/layout/LinedList"/>
    <dgm:cxn modelId="{F10C19EC-AC9E-4CBD-B1E0-B88EB7946AF4}" type="presParOf" srcId="{FF347CFA-219A-40A8-9E90-10C614884682}" destId="{0C9EA501-27ED-4D8B-9B07-5DDCF4D76E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DC717F8-2E1B-432D-AC53-FD0173405B66}" type="doc">
      <dgm:prSet loTypeId="urn:microsoft.com/office/officeart/2005/8/layout/list1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B8E3EC39-ECDD-4C0A-B880-BECE6CB449E1}">
      <dgm:prSet phldrT="[Texto]" custT="1"/>
      <dgm:spPr/>
      <dgm:t>
        <a:bodyPr/>
        <a:lstStyle/>
        <a:p>
          <a:pPr algn="just"/>
          <a:r>
            <a:rPr lang="es-MX" sz="2000" dirty="0" smtClean="0"/>
            <a:t>MULTIGRADO</a:t>
          </a:r>
          <a:endParaRPr lang="es-ES" sz="2000" dirty="0"/>
        </a:p>
      </dgm:t>
    </dgm:pt>
    <dgm:pt modelId="{172DF425-C411-49A5-85B9-82FCAECD1AD3}" type="parTrans" cxnId="{1681EA20-F3C4-4D62-B552-292E3E7C108A}">
      <dgm:prSet/>
      <dgm:spPr/>
      <dgm:t>
        <a:bodyPr/>
        <a:lstStyle/>
        <a:p>
          <a:pPr algn="just"/>
          <a:endParaRPr lang="es-ES"/>
        </a:p>
      </dgm:t>
    </dgm:pt>
    <dgm:pt modelId="{9106053A-8BE2-423C-AC5E-0F5D8B37E795}" type="sibTrans" cxnId="{1681EA20-F3C4-4D62-B552-292E3E7C108A}">
      <dgm:prSet/>
      <dgm:spPr/>
      <dgm:t>
        <a:bodyPr/>
        <a:lstStyle/>
        <a:p>
          <a:pPr algn="just"/>
          <a:endParaRPr lang="es-ES"/>
        </a:p>
      </dgm:t>
    </dgm:pt>
    <dgm:pt modelId="{1FC7774E-A053-46EE-A769-4C11219A0C26}">
      <dgm:prSet phldrT="[Texto]" custT="1"/>
      <dgm:spPr/>
      <dgm:t>
        <a:bodyPr/>
        <a:lstStyle/>
        <a:p>
          <a:pPr algn="just"/>
          <a:r>
            <a:rPr lang="es-MX" sz="1800" dirty="0" smtClean="0"/>
            <a:t>Se puede mantener el Examen de Preescolar y Primaria General.</a:t>
          </a:r>
          <a:endParaRPr lang="es-ES" sz="1800" dirty="0"/>
        </a:p>
      </dgm:t>
    </dgm:pt>
    <dgm:pt modelId="{3210FD64-18FA-49B0-8DB2-52B48602477B}" type="parTrans" cxnId="{70A7B8C9-31A1-414C-9FE6-1451BC5E0948}">
      <dgm:prSet/>
      <dgm:spPr/>
      <dgm:t>
        <a:bodyPr/>
        <a:lstStyle/>
        <a:p>
          <a:pPr algn="just"/>
          <a:endParaRPr lang="es-ES"/>
        </a:p>
      </dgm:t>
    </dgm:pt>
    <dgm:pt modelId="{79293A04-5BC7-4432-92DC-34C99FE850F7}" type="sibTrans" cxnId="{70A7B8C9-31A1-414C-9FE6-1451BC5E0948}">
      <dgm:prSet/>
      <dgm:spPr/>
      <dgm:t>
        <a:bodyPr/>
        <a:lstStyle/>
        <a:p>
          <a:pPr algn="just"/>
          <a:endParaRPr lang="es-ES"/>
        </a:p>
      </dgm:t>
    </dgm:pt>
    <dgm:pt modelId="{F30E9405-5DCE-46DC-9052-353E571D5D03}">
      <dgm:prSet phldrT="[Texto]" custT="1"/>
      <dgm:spPr/>
      <dgm:t>
        <a:bodyPr/>
        <a:lstStyle/>
        <a:p>
          <a:pPr marL="265113" indent="-173038" algn="just"/>
          <a:r>
            <a:rPr lang="es-MX" sz="1600" dirty="0" smtClean="0">
              <a:latin typeface="+mn-lt"/>
            </a:rPr>
            <a:t>Es necesario diseñar instrumentos diferentes a los existentes en el modelo de evaluación de desempeño porque:</a:t>
          </a:r>
          <a:endParaRPr lang="es-ES" sz="1600" dirty="0">
            <a:latin typeface="+mn-lt"/>
          </a:endParaRPr>
        </a:p>
      </dgm:t>
    </dgm:pt>
    <dgm:pt modelId="{23658F45-110D-4820-9157-6276FCF7952E}" type="parTrans" cxnId="{61E8581C-EC72-4ECE-A2D7-DE343EB9BF9B}">
      <dgm:prSet/>
      <dgm:spPr/>
      <dgm:t>
        <a:bodyPr/>
        <a:lstStyle/>
        <a:p>
          <a:pPr algn="just"/>
          <a:endParaRPr lang="es-ES"/>
        </a:p>
      </dgm:t>
    </dgm:pt>
    <dgm:pt modelId="{2D5F3FFF-7165-4D53-B8DF-B0B9B80D5AB3}" type="sibTrans" cxnId="{61E8581C-EC72-4ECE-A2D7-DE343EB9BF9B}">
      <dgm:prSet/>
      <dgm:spPr/>
      <dgm:t>
        <a:bodyPr/>
        <a:lstStyle/>
        <a:p>
          <a:pPr algn="just"/>
          <a:endParaRPr lang="es-ES"/>
        </a:p>
      </dgm:t>
    </dgm:pt>
    <dgm:pt modelId="{B7269086-6272-4CFE-B238-5B02A31307F7}">
      <dgm:prSet custT="1"/>
      <dgm:spPr/>
      <dgm:t>
        <a:bodyPr/>
        <a:lstStyle/>
        <a:p>
          <a:pPr marL="712788" indent="-173038" algn="just"/>
          <a:r>
            <a:rPr lang="es-MX" sz="1600" dirty="0" smtClean="0">
              <a:latin typeface="+mn-lt"/>
            </a:rPr>
            <a:t>Se propone una distribución diferente en la que algunos indicadores se trasladen a la etapa 2.</a:t>
          </a:r>
        </a:p>
      </dgm:t>
    </dgm:pt>
    <dgm:pt modelId="{374FA814-392A-4E40-944E-A4E7A036EBE7}" type="parTrans" cxnId="{E4675A6D-1803-4965-B2DE-6C1B470F3E95}">
      <dgm:prSet/>
      <dgm:spPr/>
      <dgm:t>
        <a:bodyPr/>
        <a:lstStyle/>
        <a:p>
          <a:pPr algn="just"/>
          <a:endParaRPr lang="es-ES"/>
        </a:p>
      </dgm:t>
    </dgm:pt>
    <dgm:pt modelId="{4A066B22-8D7C-43FE-A792-47451459EC02}" type="sibTrans" cxnId="{E4675A6D-1803-4965-B2DE-6C1B470F3E95}">
      <dgm:prSet/>
      <dgm:spPr/>
      <dgm:t>
        <a:bodyPr/>
        <a:lstStyle/>
        <a:p>
          <a:pPr algn="just"/>
          <a:endParaRPr lang="es-ES"/>
        </a:p>
      </dgm:t>
    </dgm:pt>
    <dgm:pt modelId="{0C0335E9-3255-458B-B2B9-ADDD15066F2D}">
      <dgm:prSet custT="1"/>
      <dgm:spPr/>
      <dgm:t>
        <a:bodyPr/>
        <a:lstStyle/>
        <a:p>
          <a:pPr marL="712788" indent="-173038" algn="just"/>
          <a:r>
            <a:rPr lang="es-MX" sz="1600" dirty="0" smtClean="0">
              <a:latin typeface="+mn-lt"/>
            </a:rPr>
            <a:t>El marco normativo que evalúa la dimensión 5, es distinto en educación indígena.</a:t>
          </a:r>
          <a:endParaRPr lang="es-MX" sz="1600" dirty="0">
            <a:latin typeface="+mn-lt"/>
          </a:endParaRPr>
        </a:p>
      </dgm:t>
    </dgm:pt>
    <dgm:pt modelId="{C6E37FCF-66BD-449F-965D-602875FBC50A}" type="sibTrans" cxnId="{B74A5761-3EC4-4EF0-B8A1-79A614172FCE}">
      <dgm:prSet/>
      <dgm:spPr/>
      <dgm:t>
        <a:bodyPr/>
        <a:lstStyle/>
        <a:p>
          <a:pPr algn="just"/>
          <a:endParaRPr lang="es-ES"/>
        </a:p>
      </dgm:t>
    </dgm:pt>
    <dgm:pt modelId="{5DB36E22-E5A3-4B0E-9E5B-D4D68BEDF875}" type="parTrans" cxnId="{B74A5761-3EC4-4EF0-B8A1-79A614172FCE}">
      <dgm:prSet/>
      <dgm:spPr/>
      <dgm:t>
        <a:bodyPr/>
        <a:lstStyle/>
        <a:p>
          <a:pPr algn="just"/>
          <a:endParaRPr lang="es-ES"/>
        </a:p>
      </dgm:t>
    </dgm:pt>
    <dgm:pt modelId="{9BAF521A-78CE-4652-AE2C-8E3C65223C06}">
      <dgm:prSet phldrT="[Texto]" custT="1"/>
      <dgm:spPr/>
      <dgm:t>
        <a:bodyPr/>
        <a:lstStyle/>
        <a:p>
          <a:pPr algn="just"/>
          <a:r>
            <a:rPr lang="es-MX" sz="2000" dirty="0" smtClean="0"/>
            <a:t>EDUCACIÓN INDÍGENA</a:t>
          </a:r>
          <a:endParaRPr lang="es-ES" sz="2000" dirty="0"/>
        </a:p>
      </dgm:t>
    </dgm:pt>
    <dgm:pt modelId="{6C74288C-4E04-43A6-BE1E-78169C2545E5}" type="sibTrans" cxnId="{EC0B7358-5372-4226-BD21-950295E3E883}">
      <dgm:prSet/>
      <dgm:spPr/>
      <dgm:t>
        <a:bodyPr/>
        <a:lstStyle/>
        <a:p>
          <a:pPr algn="just"/>
          <a:endParaRPr lang="es-ES"/>
        </a:p>
      </dgm:t>
    </dgm:pt>
    <dgm:pt modelId="{6AB26743-6AEB-4807-8F18-157ECD98E2E7}" type="parTrans" cxnId="{EC0B7358-5372-4226-BD21-950295E3E883}">
      <dgm:prSet/>
      <dgm:spPr/>
      <dgm:t>
        <a:bodyPr/>
        <a:lstStyle/>
        <a:p>
          <a:pPr algn="just"/>
          <a:endParaRPr lang="es-ES"/>
        </a:p>
      </dgm:t>
    </dgm:pt>
    <dgm:pt modelId="{13FB37AE-6EAE-4982-9FD8-29A85F9F307D}">
      <dgm:prSet custT="1"/>
      <dgm:spPr/>
      <dgm:t>
        <a:bodyPr/>
        <a:lstStyle/>
        <a:p>
          <a:pPr marL="342900" indent="0" algn="just"/>
          <a:r>
            <a:rPr lang="es-MX" sz="1600" dirty="0" smtClean="0">
              <a:latin typeface="+mn-lt"/>
            </a:rPr>
            <a:t>Además, deberá ser requisito presentar examen de lengua, con una metodología similar a la del Concurso de Oposición para el Ingreso, aunque con contenidos diferentes.</a:t>
          </a:r>
        </a:p>
      </dgm:t>
    </dgm:pt>
    <dgm:pt modelId="{1EE51173-5152-4AED-9E3F-8E071E68FE63}" type="parTrans" cxnId="{173C2AE1-CF79-4EA5-A2F2-D728070BA5B0}">
      <dgm:prSet/>
      <dgm:spPr/>
      <dgm:t>
        <a:bodyPr/>
        <a:lstStyle/>
        <a:p>
          <a:pPr algn="just"/>
          <a:endParaRPr lang="es-ES"/>
        </a:p>
      </dgm:t>
    </dgm:pt>
    <dgm:pt modelId="{C0156C12-0D26-4509-A8F2-7D43D56503FC}" type="sibTrans" cxnId="{173C2AE1-CF79-4EA5-A2F2-D728070BA5B0}">
      <dgm:prSet/>
      <dgm:spPr/>
      <dgm:t>
        <a:bodyPr/>
        <a:lstStyle/>
        <a:p>
          <a:pPr algn="just"/>
          <a:endParaRPr lang="es-ES"/>
        </a:p>
      </dgm:t>
    </dgm:pt>
    <dgm:pt modelId="{75297FB5-95DA-4D5E-BB0E-E625B738E756}">
      <dgm:prSet phldrT="[Texto]" custT="1"/>
      <dgm:spPr/>
      <dgm:t>
        <a:bodyPr/>
        <a:lstStyle/>
        <a:p>
          <a:pPr marL="712788" indent="-173038" algn="just"/>
          <a:r>
            <a:rPr lang="es-MX" sz="1600" dirty="0" smtClean="0">
              <a:latin typeface="+mn-lt"/>
            </a:rPr>
            <a:t>Son diferentes los PPI de Educación Indígena, cambia el nombre de algunos parámetros, tiene un parámetro adicional y más indicadores.</a:t>
          </a:r>
          <a:endParaRPr lang="es-ES" sz="1600" dirty="0">
            <a:latin typeface="+mn-lt"/>
          </a:endParaRPr>
        </a:p>
      </dgm:t>
    </dgm:pt>
    <dgm:pt modelId="{25E514CA-F32E-4348-B7A8-DF0C30FE3F7B}" type="parTrans" cxnId="{626C0865-85D0-4E0B-9929-8677F3745022}">
      <dgm:prSet/>
      <dgm:spPr/>
      <dgm:t>
        <a:bodyPr/>
        <a:lstStyle/>
        <a:p>
          <a:pPr algn="just"/>
          <a:endParaRPr lang="es-ES"/>
        </a:p>
      </dgm:t>
    </dgm:pt>
    <dgm:pt modelId="{50E7D4C6-EE7B-482E-8DBF-82DA3AAB68BF}" type="sibTrans" cxnId="{626C0865-85D0-4E0B-9929-8677F3745022}">
      <dgm:prSet/>
      <dgm:spPr/>
      <dgm:t>
        <a:bodyPr/>
        <a:lstStyle/>
        <a:p>
          <a:pPr algn="just"/>
          <a:endParaRPr lang="es-ES"/>
        </a:p>
      </dgm:t>
    </dgm:pt>
    <dgm:pt modelId="{B5970E70-32BB-4894-A992-803C0FFC64C0}" type="pres">
      <dgm:prSet presAssocID="{ADC717F8-2E1B-432D-AC53-FD0173405B6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D2703B7-CB4E-4D4B-8C99-8116EFA94ACF}" type="pres">
      <dgm:prSet presAssocID="{B8E3EC39-ECDD-4C0A-B880-BECE6CB449E1}" presName="parentLin" presStyleCnt="0"/>
      <dgm:spPr/>
      <dgm:t>
        <a:bodyPr/>
        <a:lstStyle/>
        <a:p>
          <a:endParaRPr lang="es-ES"/>
        </a:p>
      </dgm:t>
    </dgm:pt>
    <dgm:pt modelId="{83D1DB57-A406-4FB3-B252-14F4E5C87CCA}" type="pres">
      <dgm:prSet presAssocID="{B8E3EC39-ECDD-4C0A-B880-BECE6CB449E1}" presName="parentLeftMargin" presStyleLbl="node1" presStyleIdx="0" presStyleCnt="2"/>
      <dgm:spPr/>
      <dgm:t>
        <a:bodyPr/>
        <a:lstStyle/>
        <a:p>
          <a:endParaRPr lang="es-ES"/>
        </a:p>
      </dgm:t>
    </dgm:pt>
    <dgm:pt modelId="{254A9D6D-32CF-4D25-879F-88BDF8DF2169}" type="pres">
      <dgm:prSet presAssocID="{B8E3EC39-ECDD-4C0A-B880-BECE6CB449E1}" presName="parentText" presStyleLbl="node1" presStyleIdx="0" presStyleCnt="2" custScaleY="4927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BF68D75-AB90-4975-BBF8-5FC72B7595D9}" type="pres">
      <dgm:prSet presAssocID="{B8E3EC39-ECDD-4C0A-B880-BECE6CB449E1}" presName="negativeSpace" presStyleCnt="0"/>
      <dgm:spPr/>
      <dgm:t>
        <a:bodyPr/>
        <a:lstStyle/>
        <a:p>
          <a:endParaRPr lang="es-ES"/>
        </a:p>
      </dgm:t>
    </dgm:pt>
    <dgm:pt modelId="{8FCE637A-A884-4FAF-BCA7-37A026633E17}" type="pres">
      <dgm:prSet presAssocID="{B8E3EC39-ECDD-4C0A-B880-BECE6CB449E1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A365650-C948-4964-85A2-4DF401A20371}" type="pres">
      <dgm:prSet presAssocID="{9106053A-8BE2-423C-AC5E-0F5D8B37E795}" presName="spaceBetweenRectangles" presStyleCnt="0"/>
      <dgm:spPr/>
      <dgm:t>
        <a:bodyPr/>
        <a:lstStyle/>
        <a:p>
          <a:endParaRPr lang="es-ES"/>
        </a:p>
      </dgm:t>
    </dgm:pt>
    <dgm:pt modelId="{96786B16-6364-4860-A208-751C70EB0CC5}" type="pres">
      <dgm:prSet presAssocID="{9BAF521A-78CE-4652-AE2C-8E3C65223C06}" presName="parentLin" presStyleCnt="0"/>
      <dgm:spPr/>
      <dgm:t>
        <a:bodyPr/>
        <a:lstStyle/>
        <a:p>
          <a:endParaRPr lang="es-ES"/>
        </a:p>
      </dgm:t>
    </dgm:pt>
    <dgm:pt modelId="{C029848A-9640-41CF-AB29-D49398105D4D}" type="pres">
      <dgm:prSet presAssocID="{9BAF521A-78CE-4652-AE2C-8E3C65223C06}" presName="parentLeftMargin" presStyleLbl="node1" presStyleIdx="0" presStyleCnt="2"/>
      <dgm:spPr/>
      <dgm:t>
        <a:bodyPr/>
        <a:lstStyle/>
        <a:p>
          <a:endParaRPr lang="es-ES"/>
        </a:p>
      </dgm:t>
    </dgm:pt>
    <dgm:pt modelId="{DCBC9B39-70AB-4FB0-B23B-6E3E1A593AC6}" type="pres">
      <dgm:prSet presAssocID="{9BAF521A-78CE-4652-AE2C-8E3C65223C06}" presName="parentText" presStyleLbl="node1" presStyleIdx="1" presStyleCnt="2" custScaleY="4847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9BF506C-908B-4DA9-91D0-6F97CF0F5CAA}" type="pres">
      <dgm:prSet presAssocID="{9BAF521A-78CE-4652-AE2C-8E3C65223C06}" presName="negativeSpace" presStyleCnt="0"/>
      <dgm:spPr/>
      <dgm:t>
        <a:bodyPr/>
        <a:lstStyle/>
        <a:p>
          <a:endParaRPr lang="es-ES"/>
        </a:p>
      </dgm:t>
    </dgm:pt>
    <dgm:pt modelId="{2C22AF92-E1D9-4AE9-9D47-389A9AC2AB00}" type="pres">
      <dgm:prSet presAssocID="{9BAF521A-78CE-4652-AE2C-8E3C65223C06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74A5761-3EC4-4EF0-B8A1-79A614172FCE}" srcId="{75297FB5-95DA-4D5E-BB0E-E625B738E756}" destId="{0C0335E9-3255-458B-B2B9-ADDD15066F2D}" srcOrd="0" destOrd="0" parTransId="{5DB36E22-E5A3-4B0E-9E5B-D4D68BEDF875}" sibTransId="{C6E37FCF-66BD-449F-965D-602875FBC50A}"/>
    <dgm:cxn modelId="{61E8581C-EC72-4ECE-A2D7-DE343EB9BF9B}" srcId="{9BAF521A-78CE-4652-AE2C-8E3C65223C06}" destId="{F30E9405-5DCE-46DC-9052-353E571D5D03}" srcOrd="0" destOrd="0" parTransId="{23658F45-110D-4820-9157-6276FCF7952E}" sibTransId="{2D5F3FFF-7165-4D53-B8DF-B0B9B80D5AB3}"/>
    <dgm:cxn modelId="{C8E43977-3871-4402-B043-880BDF79B701}" type="presOf" srcId="{75297FB5-95DA-4D5E-BB0E-E625B738E756}" destId="{2C22AF92-E1D9-4AE9-9D47-389A9AC2AB00}" srcOrd="0" destOrd="1" presId="urn:microsoft.com/office/officeart/2005/8/layout/list1"/>
    <dgm:cxn modelId="{5BDDB707-C064-434A-8C56-DCB6E4C344DC}" type="presOf" srcId="{B7269086-6272-4CFE-B238-5B02A31307F7}" destId="{2C22AF92-E1D9-4AE9-9D47-389A9AC2AB00}" srcOrd="0" destOrd="3" presId="urn:microsoft.com/office/officeart/2005/8/layout/list1"/>
    <dgm:cxn modelId="{DAB49731-B0B0-4EE5-9604-52DB7EA8EBAF}" type="presOf" srcId="{F30E9405-5DCE-46DC-9052-353E571D5D03}" destId="{2C22AF92-E1D9-4AE9-9D47-389A9AC2AB00}" srcOrd="0" destOrd="0" presId="urn:microsoft.com/office/officeart/2005/8/layout/list1"/>
    <dgm:cxn modelId="{9A82DA84-0C85-44F4-ACB3-685F29128EC2}" type="presOf" srcId="{ADC717F8-2E1B-432D-AC53-FD0173405B66}" destId="{B5970E70-32BB-4894-A992-803C0FFC64C0}" srcOrd="0" destOrd="0" presId="urn:microsoft.com/office/officeart/2005/8/layout/list1"/>
    <dgm:cxn modelId="{9F32B7A6-E1CC-4750-9652-B427E25FEB28}" type="presOf" srcId="{13FB37AE-6EAE-4982-9FD8-29A85F9F307D}" destId="{2C22AF92-E1D9-4AE9-9D47-389A9AC2AB00}" srcOrd="0" destOrd="4" presId="urn:microsoft.com/office/officeart/2005/8/layout/list1"/>
    <dgm:cxn modelId="{E4675A6D-1803-4965-B2DE-6C1B470F3E95}" srcId="{75297FB5-95DA-4D5E-BB0E-E625B738E756}" destId="{B7269086-6272-4CFE-B238-5B02A31307F7}" srcOrd="1" destOrd="0" parTransId="{374FA814-392A-4E40-944E-A4E7A036EBE7}" sibTransId="{4A066B22-8D7C-43FE-A792-47451459EC02}"/>
    <dgm:cxn modelId="{7A94064B-7546-4728-917F-AA7ED08D3DB6}" type="presOf" srcId="{1FC7774E-A053-46EE-A769-4C11219A0C26}" destId="{8FCE637A-A884-4FAF-BCA7-37A026633E17}" srcOrd="0" destOrd="0" presId="urn:microsoft.com/office/officeart/2005/8/layout/list1"/>
    <dgm:cxn modelId="{C80BE031-9BBF-4513-8467-B21FD9732002}" type="presOf" srcId="{0C0335E9-3255-458B-B2B9-ADDD15066F2D}" destId="{2C22AF92-E1D9-4AE9-9D47-389A9AC2AB00}" srcOrd="0" destOrd="2" presId="urn:microsoft.com/office/officeart/2005/8/layout/list1"/>
    <dgm:cxn modelId="{173C2AE1-CF79-4EA5-A2F2-D728070BA5B0}" srcId="{9BAF521A-78CE-4652-AE2C-8E3C65223C06}" destId="{13FB37AE-6EAE-4982-9FD8-29A85F9F307D}" srcOrd="2" destOrd="0" parTransId="{1EE51173-5152-4AED-9E3F-8E071E68FE63}" sibTransId="{C0156C12-0D26-4509-A8F2-7D43D56503FC}"/>
    <dgm:cxn modelId="{26C726D3-5918-4879-B210-4B806E872B7F}" type="presOf" srcId="{9BAF521A-78CE-4652-AE2C-8E3C65223C06}" destId="{DCBC9B39-70AB-4FB0-B23B-6E3E1A593AC6}" srcOrd="1" destOrd="0" presId="urn:microsoft.com/office/officeart/2005/8/layout/list1"/>
    <dgm:cxn modelId="{33D80536-948E-4161-9954-92170155F3E3}" type="presOf" srcId="{B8E3EC39-ECDD-4C0A-B880-BECE6CB449E1}" destId="{83D1DB57-A406-4FB3-B252-14F4E5C87CCA}" srcOrd="0" destOrd="0" presId="urn:microsoft.com/office/officeart/2005/8/layout/list1"/>
    <dgm:cxn modelId="{1681EA20-F3C4-4D62-B552-292E3E7C108A}" srcId="{ADC717F8-2E1B-432D-AC53-FD0173405B66}" destId="{B8E3EC39-ECDD-4C0A-B880-BECE6CB449E1}" srcOrd="0" destOrd="0" parTransId="{172DF425-C411-49A5-85B9-82FCAECD1AD3}" sibTransId="{9106053A-8BE2-423C-AC5E-0F5D8B37E795}"/>
    <dgm:cxn modelId="{626C0865-85D0-4E0B-9929-8677F3745022}" srcId="{9BAF521A-78CE-4652-AE2C-8E3C65223C06}" destId="{75297FB5-95DA-4D5E-BB0E-E625B738E756}" srcOrd="1" destOrd="0" parTransId="{25E514CA-F32E-4348-B7A8-DF0C30FE3F7B}" sibTransId="{50E7D4C6-EE7B-482E-8DBF-82DA3AAB68BF}"/>
    <dgm:cxn modelId="{70A7B8C9-31A1-414C-9FE6-1451BC5E0948}" srcId="{B8E3EC39-ECDD-4C0A-B880-BECE6CB449E1}" destId="{1FC7774E-A053-46EE-A769-4C11219A0C26}" srcOrd="0" destOrd="0" parTransId="{3210FD64-18FA-49B0-8DB2-52B48602477B}" sibTransId="{79293A04-5BC7-4432-92DC-34C99FE850F7}"/>
    <dgm:cxn modelId="{EC0B7358-5372-4226-BD21-950295E3E883}" srcId="{ADC717F8-2E1B-432D-AC53-FD0173405B66}" destId="{9BAF521A-78CE-4652-AE2C-8E3C65223C06}" srcOrd="1" destOrd="0" parTransId="{6AB26743-6AEB-4807-8F18-157ECD98E2E7}" sibTransId="{6C74288C-4E04-43A6-BE1E-78169C2545E5}"/>
    <dgm:cxn modelId="{7DBBE713-B7A0-470E-AF04-3833EB36E921}" type="presOf" srcId="{B8E3EC39-ECDD-4C0A-B880-BECE6CB449E1}" destId="{254A9D6D-32CF-4D25-879F-88BDF8DF2169}" srcOrd="1" destOrd="0" presId="urn:microsoft.com/office/officeart/2005/8/layout/list1"/>
    <dgm:cxn modelId="{1D555B9B-12AD-498F-B26B-F82DA7328AF2}" type="presOf" srcId="{9BAF521A-78CE-4652-AE2C-8E3C65223C06}" destId="{C029848A-9640-41CF-AB29-D49398105D4D}" srcOrd="0" destOrd="0" presId="urn:microsoft.com/office/officeart/2005/8/layout/list1"/>
    <dgm:cxn modelId="{66EBA7C0-42E1-47DC-BB1C-F26EA831AA66}" type="presParOf" srcId="{B5970E70-32BB-4894-A992-803C0FFC64C0}" destId="{CD2703B7-CB4E-4D4B-8C99-8116EFA94ACF}" srcOrd="0" destOrd="0" presId="urn:microsoft.com/office/officeart/2005/8/layout/list1"/>
    <dgm:cxn modelId="{934C3756-1C00-48EE-A9AE-53BFA0FF87DC}" type="presParOf" srcId="{CD2703B7-CB4E-4D4B-8C99-8116EFA94ACF}" destId="{83D1DB57-A406-4FB3-B252-14F4E5C87CCA}" srcOrd="0" destOrd="0" presId="urn:microsoft.com/office/officeart/2005/8/layout/list1"/>
    <dgm:cxn modelId="{4CFDE17A-66CB-4CDE-88E3-97E930107B95}" type="presParOf" srcId="{CD2703B7-CB4E-4D4B-8C99-8116EFA94ACF}" destId="{254A9D6D-32CF-4D25-879F-88BDF8DF2169}" srcOrd="1" destOrd="0" presId="urn:microsoft.com/office/officeart/2005/8/layout/list1"/>
    <dgm:cxn modelId="{9B4254B2-E0D5-4691-AAAF-A138A16D918F}" type="presParOf" srcId="{B5970E70-32BB-4894-A992-803C0FFC64C0}" destId="{6BF68D75-AB90-4975-BBF8-5FC72B7595D9}" srcOrd="1" destOrd="0" presId="urn:microsoft.com/office/officeart/2005/8/layout/list1"/>
    <dgm:cxn modelId="{717C7A32-A1EA-4778-B3F3-A61AA2A71760}" type="presParOf" srcId="{B5970E70-32BB-4894-A992-803C0FFC64C0}" destId="{8FCE637A-A884-4FAF-BCA7-37A026633E17}" srcOrd="2" destOrd="0" presId="urn:microsoft.com/office/officeart/2005/8/layout/list1"/>
    <dgm:cxn modelId="{80076204-10BB-4B8A-8E43-87AAB1811778}" type="presParOf" srcId="{B5970E70-32BB-4894-A992-803C0FFC64C0}" destId="{8A365650-C948-4964-85A2-4DF401A20371}" srcOrd="3" destOrd="0" presId="urn:microsoft.com/office/officeart/2005/8/layout/list1"/>
    <dgm:cxn modelId="{05C11218-423B-489D-B9BA-6497F8240320}" type="presParOf" srcId="{B5970E70-32BB-4894-A992-803C0FFC64C0}" destId="{96786B16-6364-4860-A208-751C70EB0CC5}" srcOrd="4" destOrd="0" presId="urn:microsoft.com/office/officeart/2005/8/layout/list1"/>
    <dgm:cxn modelId="{B104AD46-C69A-4ADE-9991-15384B0B60BA}" type="presParOf" srcId="{96786B16-6364-4860-A208-751C70EB0CC5}" destId="{C029848A-9640-41CF-AB29-D49398105D4D}" srcOrd="0" destOrd="0" presId="urn:microsoft.com/office/officeart/2005/8/layout/list1"/>
    <dgm:cxn modelId="{D2A22DD3-91B4-4065-86A8-838D7F9A91F1}" type="presParOf" srcId="{96786B16-6364-4860-A208-751C70EB0CC5}" destId="{DCBC9B39-70AB-4FB0-B23B-6E3E1A593AC6}" srcOrd="1" destOrd="0" presId="urn:microsoft.com/office/officeart/2005/8/layout/list1"/>
    <dgm:cxn modelId="{9E611C64-6E0E-49F4-A6F5-0716F790DDD6}" type="presParOf" srcId="{B5970E70-32BB-4894-A992-803C0FFC64C0}" destId="{99BF506C-908B-4DA9-91D0-6F97CF0F5CAA}" srcOrd="5" destOrd="0" presId="urn:microsoft.com/office/officeart/2005/8/layout/list1"/>
    <dgm:cxn modelId="{1067B73C-33E0-4CCE-958C-A23D1B347642}" type="presParOf" srcId="{B5970E70-32BB-4894-A992-803C0FFC64C0}" destId="{2C22AF92-E1D9-4AE9-9D47-389A9AC2AB0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DC717F8-2E1B-432D-AC53-FD0173405B66}" type="doc">
      <dgm:prSet loTypeId="urn:microsoft.com/office/officeart/2005/8/layout/list1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F30E9405-5DCE-46DC-9052-353E571D5D03}">
      <dgm:prSet phldrT="[Texto]" custT="1"/>
      <dgm:spPr/>
      <dgm:t>
        <a:bodyPr/>
        <a:lstStyle/>
        <a:p>
          <a:pPr marL="265113" indent="-173038" algn="just"/>
          <a:r>
            <a:rPr lang="es-MX" sz="1800" dirty="0" smtClean="0"/>
            <a:t>Es necesario el diseño de un instrumento que evalúe conocimientos del modelo, materiales y didáctica generalizada en el servicio. </a:t>
          </a:r>
          <a:endParaRPr lang="es-ES" sz="1800" dirty="0"/>
        </a:p>
      </dgm:t>
    </dgm:pt>
    <dgm:pt modelId="{23658F45-110D-4820-9157-6276FCF7952E}" type="parTrans" cxnId="{61E8581C-EC72-4ECE-A2D7-DE343EB9BF9B}">
      <dgm:prSet/>
      <dgm:spPr/>
      <dgm:t>
        <a:bodyPr/>
        <a:lstStyle/>
        <a:p>
          <a:pPr algn="just"/>
          <a:endParaRPr lang="es-ES"/>
        </a:p>
      </dgm:t>
    </dgm:pt>
    <dgm:pt modelId="{2D5F3FFF-7165-4D53-B8DF-B0B9B80D5AB3}" type="sibTrans" cxnId="{61E8581C-EC72-4ECE-A2D7-DE343EB9BF9B}">
      <dgm:prSet/>
      <dgm:spPr/>
      <dgm:t>
        <a:bodyPr/>
        <a:lstStyle/>
        <a:p>
          <a:pPr algn="just"/>
          <a:endParaRPr lang="es-ES"/>
        </a:p>
      </dgm:t>
    </dgm:pt>
    <dgm:pt modelId="{9BAF521A-78CE-4652-AE2C-8E3C65223C06}">
      <dgm:prSet phldrT="[Texto]" custT="1"/>
      <dgm:spPr/>
      <dgm:t>
        <a:bodyPr/>
        <a:lstStyle/>
        <a:p>
          <a:pPr algn="just"/>
          <a:r>
            <a:rPr lang="es-ES" sz="2000" dirty="0" smtClean="0"/>
            <a:t>TELESECUNDARIA</a:t>
          </a:r>
          <a:endParaRPr lang="es-ES" sz="2000" dirty="0"/>
        </a:p>
      </dgm:t>
    </dgm:pt>
    <dgm:pt modelId="{6C74288C-4E04-43A6-BE1E-78169C2545E5}" type="sibTrans" cxnId="{EC0B7358-5372-4226-BD21-950295E3E883}">
      <dgm:prSet/>
      <dgm:spPr/>
      <dgm:t>
        <a:bodyPr/>
        <a:lstStyle/>
        <a:p>
          <a:pPr algn="just"/>
          <a:endParaRPr lang="es-ES"/>
        </a:p>
      </dgm:t>
    </dgm:pt>
    <dgm:pt modelId="{6AB26743-6AEB-4807-8F18-157ECD98E2E7}" type="parTrans" cxnId="{EC0B7358-5372-4226-BD21-950295E3E883}">
      <dgm:prSet/>
      <dgm:spPr/>
      <dgm:t>
        <a:bodyPr/>
        <a:lstStyle/>
        <a:p>
          <a:pPr algn="just"/>
          <a:endParaRPr lang="es-ES"/>
        </a:p>
      </dgm:t>
    </dgm:pt>
    <dgm:pt modelId="{640F1B9B-1EA6-469A-80DD-9EEE9E726E07}">
      <dgm:prSet custT="1"/>
      <dgm:spPr/>
      <dgm:t>
        <a:bodyPr/>
        <a:lstStyle/>
        <a:p>
          <a:r>
            <a:rPr lang="es-MX" sz="1800" dirty="0" smtClean="0"/>
            <a:t>Considerar que estos docentes trabajan con materiales que corresponden al Programa 2006</a:t>
          </a:r>
          <a:endParaRPr lang="es-MX" sz="1800" dirty="0"/>
        </a:p>
      </dgm:t>
    </dgm:pt>
    <dgm:pt modelId="{E925B738-5391-474B-B1BD-035A7F0D6D19}" type="parTrans" cxnId="{43520158-C331-4A03-90B5-5A9D901B6C95}">
      <dgm:prSet/>
      <dgm:spPr/>
      <dgm:t>
        <a:bodyPr/>
        <a:lstStyle/>
        <a:p>
          <a:endParaRPr lang="es-ES"/>
        </a:p>
      </dgm:t>
    </dgm:pt>
    <dgm:pt modelId="{32F93589-FC82-46EC-827E-B284F944B8EF}" type="sibTrans" cxnId="{43520158-C331-4A03-90B5-5A9D901B6C95}">
      <dgm:prSet/>
      <dgm:spPr/>
      <dgm:t>
        <a:bodyPr/>
        <a:lstStyle/>
        <a:p>
          <a:endParaRPr lang="es-ES"/>
        </a:p>
      </dgm:t>
    </dgm:pt>
    <dgm:pt modelId="{B5970E70-32BB-4894-A992-803C0FFC64C0}" type="pres">
      <dgm:prSet presAssocID="{ADC717F8-2E1B-432D-AC53-FD0173405B6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6786B16-6364-4860-A208-751C70EB0CC5}" type="pres">
      <dgm:prSet presAssocID="{9BAF521A-78CE-4652-AE2C-8E3C65223C06}" presName="parentLin" presStyleCnt="0"/>
      <dgm:spPr/>
      <dgm:t>
        <a:bodyPr/>
        <a:lstStyle/>
        <a:p>
          <a:endParaRPr lang="es-ES"/>
        </a:p>
      </dgm:t>
    </dgm:pt>
    <dgm:pt modelId="{C029848A-9640-41CF-AB29-D49398105D4D}" type="pres">
      <dgm:prSet presAssocID="{9BAF521A-78CE-4652-AE2C-8E3C65223C06}" presName="parentLeftMargin" presStyleLbl="node1" presStyleIdx="0" presStyleCnt="1"/>
      <dgm:spPr/>
      <dgm:t>
        <a:bodyPr/>
        <a:lstStyle/>
        <a:p>
          <a:endParaRPr lang="es-ES"/>
        </a:p>
      </dgm:t>
    </dgm:pt>
    <dgm:pt modelId="{DCBC9B39-70AB-4FB0-B23B-6E3E1A593AC6}" type="pres">
      <dgm:prSet presAssocID="{9BAF521A-78CE-4652-AE2C-8E3C65223C06}" presName="parentText" presStyleLbl="node1" presStyleIdx="0" presStyleCnt="1" custScaleY="4847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9BF506C-908B-4DA9-91D0-6F97CF0F5CAA}" type="pres">
      <dgm:prSet presAssocID="{9BAF521A-78CE-4652-AE2C-8E3C65223C06}" presName="negativeSpace" presStyleCnt="0"/>
      <dgm:spPr/>
      <dgm:t>
        <a:bodyPr/>
        <a:lstStyle/>
        <a:p>
          <a:endParaRPr lang="es-ES"/>
        </a:p>
      </dgm:t>
    </dgm:pt>
    <dgm:pt modelId="{2C22AF92-E1D9-4AE9-9D47-389A9AC2AB00}" type="pres">
      <dgm:prSet presAssocID="{9BAF521A-78CE-4652-AE2C-8E3C65223C06}" presName="childText" presStyleLbl="conFgAcc1" presStyleIdx="0" presStyleCnt="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AB49731-B0B0-4EE5-9604-52DB7EA8EBAF}" type="presOf" srcId="{F30E9405-5DCE-46DC-9052-353E571D5D03}" destId="{2C22AF92-E1D9-4AE9-9D47-389A9AC2AB00}" srcOrd="0" destOrd="0" presId="urn:microsoft.com/office/officeart/2005/8/layout/list1"/>
    <dgm:cxn modelId="{9A82DA84-0C85-44F4-ACB3-685F29128EC2}" type="presOf" srcId="{ADC717F8-2E1B-432D-AC53-FD0173405B66}" destId="{B5970E70-32BB-4894-A992-803C0FFC64C0}" srcOrd="0" destOrd="0" presId="urn:microsoft.com/office/officeart/2005/8/layout/list1"/>
    <dgm:cxn modelId="{EC0B7358-5372-4226-BD21-950295E3E883}" srcId="{ADC717F8-2E1B-432D-AC53-FD0173405B66}" destId="{9BAF521A-78CE-4652-AE2C-8E3C65223C06}" srcOrd="0" destOrd="0" parTransId="{6AB26743-6AEB-4807-8F18-157ECD98E2E7}" sibTransId="{6C74288C-4E04-43A6-BE1E-78169C2545E5}"/>
    <dgm:cxn modelId="{26C726D3-5918-4879-B210-4B806E872B7F}" type="presOf" srcId="{9BAF521A-78CE-4652-AE2C-8E3C65223C06}" destId="{DCBC9B39-70AB-4FB0-B23B-6E3E1A593AC6}" srcOrd="1" destOrd="0" presId="urn:microsoft.com/office/officeart/2005/8/layout/list1"/>
    <dgm:cxn modelId="{2087A034-7F7D-4581-BB91-2A334BC2BA52}" type="presOf" srcId="{640F1B9B-1EA6-469A-80DD-9EEE9E726E07}" destId="{2C22AF92-E1D9-4AE9-9D47-389A9AC2AB00}" srcOrd="0" destOrd="1" presId="urn:microsoft.com/office/officeart/2005/8/layout/list1"/>
    <dgm:cxn modelId="{61E8581C-EC72-4ECE-A2D7-DE343EB9BF9B}" srcId="{9BAF521A-78CE-4652-AE2C-8E3C65223C06}" destId="{F30E9405-5DCE-46DC-9052-353E571D5D03}" srcOrd="0" destOrd="0" parTransId="{23658F45-110D-4820-9157-6276FCF7952E}" sibTransId="{2D5F3FFF-7165-4D53-B8DF-B0B9B80D5AB3}"/>
    <dgm:cxn modelId="{43520158-C331-4A03-90B5-5A9D901B6C95}" srcId="{9BAF521A-78CE-4652-AE2C-8E3C65223C06}" destId="{640F1B9B-1EA6-469A-80DD-9EEE9E726E07}" srcOrd="1" destOrd="0" parTransId="{E925B738-5391-474B-B1BD-035A7F0D6D19}" sibTransId="{32F93589-FC82-46EC-827E-B284F944B8EF}"/>
    <dgm:cxn modelId="{1D555B9B-12AD-498F-B26B-F82DA7328AF2}" type="presOf" srcId="{9BAF521A-78CE-4652-AE2C-8E3C65223C06}" destId="{C029848A-9640-41CF-AB29-D49398105D4D}" srcOrd="0" destOrd="0" presId="urn:microsoft.com/office/officeart/2005/8/layout/list1"/>
    <dgm:cxn modelId="{05C11218-423B-489D-B9BA-6497F8240320}" type="presParOf" srcId="{B5970E70-32BB-4894-A992-803C0FFC64C0}" destId="{96786B16-6364-4860-A208-751C70EB0CC5}" srcOrd="0" destOrd="0" presId="urn:microsoft.com/office/officeart/2005/8/layout/list1"/>
    <dgm:cxn modelId="{B104AD46-C69A-4ADE-9991-15384B0B60BA}" type="presParOf" srcId="{96786B16-6364-4860-A208-751C70EB0CC5}" destId="{C029848A-9640-41CF-AB29-D49398105D4D}" srcOrd="0" destOrd="0" presId="urn:microsoft.com/office/officeart/2005/8/layout/list1"/>
    <dgm:cxn modelId="{D2A22DD3-91B4-4065-86A8-838D7F9A91F1}" type="presParOf" srcId="{96786B16-6364-4860-A208-751C70EB0CC5}" destId="{DCBC9B39-70AB-4FB0-B23B-6E3E1A593AC6}" srcOrd="1" destOrd="0" presId="urn:microsoft.com/office/officeart/2005/8/layout/list1"/>
    <dgm:cxn modelId="{9E611C64-6E0E-49F4-A6F5-0716F790DDD6}" type="presParOf" srcId="{B5970E70-32BB-4894-A992-803C0FFC64C0}" destId="{99BF506C-908B-4DA9-91D0-6F97CF0F5CAA}" srcOrd="1" destOrd="0" presId="urn:microsoft.com/office/officeart/2005/8/layout/list1"/>
    <dgm:cxn modelId="{1067B73C-33E0-4CCE-958C-A23D1B347642}" type="presParOf" srcId="{B5970E70-32BB-4894-A992-803C0FFC64C0}" destId="{2C22AF92-E1D9-4AE9-9D47-389A9AC2AB0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09EDA10-819E-48AD-BFCE-82E9BEA144B0}" type="doc">
      <dgm:prSet loTypeId="urn:microsoft.com/office/officeart/2008/layout/Lined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106E48ED-6649-48D2-986C-4E7F6C6F8C38}">
      <dgm:prSet phldrT="[Texto]" custT="1"/>
      <dgm:spPr/>
      <dgm:t>
        <a:bodyPr/>
        <a:lstStyle/>
        <a:p>
          <a:r>
            <a:rPr lang="es-ES" sz="2000" dirty="0" smtClean="0"/>
            <a:t>Se requiere del apoyo de la Cabecera Municipal o la Supervisión de zona para prestar un espacio dentro de sus instalaciones, prestar equipos de cómputo con las características técnicas solicitadas en la plataforma, acceso a internet y apoyo técnico. </a:t>
          </a:r>
          <a:endParaRPr lang="es-ES" sz="2000" dirty="0"/>
        </a:p>
      </dgm:t>
    </dgm:pt>
    <dgm:pt modelId="{5AE34E27-1038-42FA-B391-DD51EDE0AA5A}" type="parTrans" cxnId="{5FD254D2-4655-4626-97F2-BCA46797DA6F}">
      <dgm:prSet/>
      <dgm:spPr/>
      <dgm:t>
        <a:bodyPr/>
        <a:lstStyle/>
        <a:p>
          <a:endParaRPr lang="es-ES" sz="2400"/>
        </a:p>
      </dgm:t>
    </dgm:pt>
    <dgm:pt modelId="{569D4350-CA22-4E0C-8DB3-432BF6503BCF}" type="sibTrans" cxnId="{5FD254D2-4655-4626-97F2-BCA46797DA6F}">
      <dgm:prSet/>
      <dgm:spPr/>
      <dgm:t>
        <a:bodyPr/>
        <a:lstStyle/>
        <a:p>
          <a:endParaRPr lang="es-ES" sz="2400"/>
        </a:p>
      </dgm:t>
    </dgm:pt>
    <dgm:pt modelId="{98E6BCD1-8CB9-49C7-90DF-8232C1E5D74F}">
      <dgm:prSet phldrT="[Texto]" custT="1"/>
      <dgm:spPr/>
      <dgm:t>
        <a:bodyPr/>
        <a:lstStyle/>
        <a:p>
          <a:r>
            <a:rPr lang="es-ES" sz="2000" dirty="0" smtClean="0"/>
            <a:t>La aplicación de los instrumentos de las tres etapas debe ser </a:t>
          </a:r>
          <a:r>
            <a:rPr lang="es-ES" sz="2000" b="1" dirty="0" smtClean="0"/>
            <a:t>asistida </a:t>
          </a:r>
          <a:r>
            <a:rPr lang="es-ES" sz="2000" dirty="0" smtClean="0"/>
            <a:t>por el supervisor, o por una persona asignada por el supervisor durante todo el proceso.</a:t>
          </a:r>
          <a:endParaRPr lang="es-ES" sz="2000" dirty="0"/>
        </a:p>
      </dgm:t>
    </dgm:pt>
    <dgm:pt modelId="{5D8E7605-BDA6-416F-9DA9-10142CB18A4B}" type="parTrans" cxnId="{FD4812D2-D251-435F-AF24-8D7F06C58E52}">
      <dgm:prSet/>
      <dgm:spPr/>
      <dgm:t>
        <a:bodyPr/>
        <a:lstStyle/>
        <a:p>
          <a:endParaRPr lang="es-ES" sz="2000"/>
        </a:p>
      </dgm:t>
    </dgm:pt>
    <dgm:pt modelId="{61C39A33-6590-4479-B5F8-5E94D4DAC489}" type="sibTrans" cxnId="{FD4812D2-D251-435F-AF24-8D7F06C58E52}">
      <dgm:prSet/>
      <dgm:spPr/>
      <dgm:t>
        <a:bodyPr/>
        <a:lstStyle/>
        <a:p>
          <a:endParaRPr lang="es-ES" sz="2000"/>
        </a:p>
      </dgm:t>
    </dgm:pt>
    <dgm:pt modelId="{21DD5DD2-6412-4614-B0C0-4D693315AA74}">
      <dgm:prSet phldrT="[Texto]" custT="1"/>
      <dgm:spPr/>
      <dgm:t>
        <a:bodyPr/>
        <a:lstStyle/>
        <a:p>
          <a:r>
            <a:rPr lang="es-ES" sz="2000" dirty="0" smtClean="0"/>
            <a:t>La aplicación podría organizarse en la Supervisión de Zona como espacio geográfico de concurrencia de varios docentes, para facilitar el acompañamiento, la asesoría y el apoyo técnico. </a:t>
          </a:r>
          <a:endParaRPr lang="es-ES" sz="2000" dirty="0"/>
        </a:p>
      </dgm:t>
    </dgm:pt>
    <dgm:pt modelId="{9C58FA6C-10DC-46EF-8219-56306FDE8DEE}" type="parTrans" cxnId="{A9970CA2-6725-4BE8-8CFC-B8F271E30ECA}">
      <dgm:prSet/>
      <dgm:spPr/>
      <dgm:t>
        <a:bodyPr/>
        <a:lstStyle/>
        <a:p>
          <a:endParaRPr lang="es-ES" sz="2000"/>
        </a:p>
      </dgm:t>
    </dgm:pt>
    <dgm:pt modelId="{B5F1BCAE-C3D1-40C5-B712-21EB11F68A7A}" type="sibTrans" cxnId="{A9970CA2-6725-4BE8-8CFC-B8F271E30ECA}">
      <dgm:prSet/>
      <dgm:spPr/>
      <dgm:t>
        <a:bodyPr/>
        <a:lstStyle/>
        <a:p>
          <a:endParaRPr lang="es-ES" sz="2000"/>
        </a:p>
      </dgm:t>
    </dgm:pt>
    <dgm:pt modelId="{18821A1D-69B6-4E1D-8FE3-0FE53F3108E6}">
      <dgm:prSet phldrT="[Texto]" custT="1"/>
      <dgm:spPr/>
      <dgm:t>
        <a:bodyPr/>
        <a:lstStyle/>
        <a:p>
          <a:r>
            <a:rPr lang="es-ES" sz="2000" dirty="0" smtClean="0"/>
            <a:t>En el caso de Educación Indígena y multigrado, se propone que la aplicación esté disponible en papel  y en línea. </a:t>
          </a:r>
          <a:endParaRPr lang="es-ES" sz="2000" dirty="0"/>
        </a:p>
      </dgm:t>
    </dgm:pt>
    <dgm:pt modelId="{8C3BCAFD-B57F-42FD-9E7C-D573EDBA53C6}" type="parTrans" cxnId="{6044165C-56CC-47E2-BF37-68C7D88AB2B0}">
      <dgm:prSet/>
      <dgm:spPr/>
      <dgm:t>
        <a:bodyPr/>
        <a:lstStyle/>
        <a:p>
          <a:endParaRPr lang="es-ES" sz="1800"/>
        </a:p>
      </dgm:t>
    </dgm:pt>
    <dgm:pt modelId="{EFFF6D39-A591-41C4-A9B3-BB51FB4B333B}" type="sibTrans" cxnId="{6044165C-56CC-47E2-BF37-68C7D88AB2B0}">
      <dgm:prSet/>
      <dgm:spPr/>
      <dgm:t>
        <a:bodyPr/>
        <a:lstStyle/>
        <a:p>
          <a:endParaRPr lang="es-ES" sz="1800"/>
        </a:p>
      </dgm:t>
    </dgm:pt>
    <dgm:pt modelId="{3098B5A9-1DCB-4C73-9539-AD732DDFC312}" type="pres">
      <dgm:prSet presAssocID="{F09EDA10-819E-48AD-BFCE-82E9BEA144B0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E9AD8957-4A46-45E7-A943-5628D76A3F04}" type="pres">
      <dgm:prSet presAssocID="{98E6BCD1-8CB9-49C7-90DF-8232C1E5D74F}" presName="thickLine" presStyleLbl="alignNode1" presStyleIdx="0" presStyleCnt="4"/>
      <dgm:spPr/>
    </dgm:pt>
    <dgm:pt modelId="{A7A99B9B-B11F-4E07-AE1B-2D3A7A1C36DA}" type="pres">
      <dgm:prSet presAssocID="{98E6BCD1-8CB9-49C7-90DF-8232C1E5D74F}" presName="horz1" presStyleCnt="0"/>
      <dgm:spPr/>
    </dgm:pt>
    <dgm:pt modelId="{418EA87F-EC99-41AB-B5C9-FA1CFB7F76BD}" type="pres">
      <dgm:prSet presAssocID="{98E6BCD1-8CB9-49C7-90DF-8232C1E5D74F}" presName="tx1" presStyleLbl="revTx" presStyleIdx="0" presStyleCnt="4"/>
      <dgm:spPr/>
      <dgm:t>
        <a:bodyPr/>
        <a:lstStyle/>
        <a:p>
          <a:endParaRPr lang="es-ES"/>
        </a:p>
      </dgm:t>
    </dgm:pt>
    <dgm:pt modelId="{7DC01C58-B1B0-4309-8C75-B26ED40289CB}" type="pres">
      <dgm:prSet presAssocID="{98E6BCD1-8CB9-49C7-90DF-8232C1E5D74F}" presName="vert1" presStyleCnt="0"/>
      <dgm:spPr/>
    </dgm:pt>
    <dgm:pt modelId="{6AD5B7EE-3E31-4A18-B48C-9E078BEA5A55}" type="pres">
      <dgm:prSet presAssocID="{106E48ED-6649-48D2-986C-4E7F6C6F8C38}" presName="thickLine" presStyleLbl="alignNode1" presStyleIdx="1" presStyleCnt="4" custLinFactNeighborY="-13163"/>
      <dgm:spPr/>
    </dgm:pt>
    <dgm:pt modelId="{FA65E296-4458-4178-8492-932EC67810B3}" type="pres">
      <dgm:prSet presAssocID="{106E48ED-6649-48D2-986C-4E7F6C6F8C38}" presName="horz1" presStyleCnt="0"/>
      <dgm:spPr/>
    </dgm:pt>
    <dgm:pt modelId="{F2794F05-0816-4F42-98F1-F43C6CDD8636}" type="pres">
      <dgm:prSet presAssocID="{106E48ED-6649-48D2-986C-4E7F6C6F8C38}" presName="tx1" presStyleLbl="revTx" presStyleIdx="1" presStyleCnt="4"/>
      <dgm:spPr/>
      <dgm:t>
        <a:bodyPr/>
        <a:lstStyle/>
        <a:p>
          <a:endParaRPr lang="es-ES"/>
        </a:p>
      </dgm:t>
    </dgm:pt>
    <dgm:pt modelId="{35EF00B3-5CAA-4A6B-B395-E7A487CF665F}" type="pres">
      <dgm:prSet presAssocID="{106E48ED-6649-48D2-986C-4E7F6C6F8C38}" presName="vert1" presStyleCnt="0"/>
      <dgm:spPr/>
    </dgm:pt>
    <dgm:pt modelId="{08312537-C77C-4785-8572-62931EF73F77}" type="pres">
      <dgm:prSet presAssocID="{21DD5DD2-6412-4614-B0C0-4D693315AA74}" presName="thickLine" presStyleLbl="alignNode1" presStyleIdx="2" presStyleCnt="4"/>
      <dgm:spPr/>
    </dgm:pt>
    <dgm:pt modelId="{009E7C9D-ECDB-4018-AE42-F3DA59147E58}" type="pres">
      <dgm:prSet presAssocID="{21DD5DD2-6412-4614-B0C0-4D693315AA74}" presName="horz1" presStyleCnt="0"/>
      <dgm:spPr/>
    </dgm:pt>
    <dgm:pt modelId="{C39060EE-C250-4BB3-8B5B-072D98E867A1}" type="pres">
      <dgm:prSet presAssocID="{21DD5DD2-6412-4614-B0C0-4D693315AA74}" presName="tx1" presStyleLbl="revTx" presStyleIdx="2" presStyleCnt="4"/>
      <dgm:spPr/>
      <dgm:t>
        <a:bodyPr/>
        <a:lstStyle/>
        <a:p>
          <a:endParaRPr lang="es-ES"/>
        </a:p>
      </dgm:t>
    </dgm:pt>
    <dgm:pt modelId="{0310751C-2F43-4F9D-8F60-54341A6F48A8}" type="pres">
      <dgm:prSet presAssocID="{21DD5DD2-6412-4614-B0C0-4D693315AA74}" presName="vert1" presStyleCnt="0"/>
      <dgm:spPr/>
    </dgm:pt>
    <dgm:pt modelId="{0746044C-35BA-4F5B-8A22-67C18F70F5E1}" type="pres">
      <dgm:prSet presAssocID="{18821A1D-69B6-4E1D-8FE3-0FE53F3108E6}" presName="thickLine" presStyleLbl="alignNode1" presStyleIdx="3" presStyleCnt="4"/>
      <dgm:spPr/>
    </dgm:pt>
    <dgm:pt modelId="{809AFEEF-DD7A-40F0-9736-B0524C7695DD}" type="pres">
      <dgm:prSet presAssocID="{18821A1D-69B6-4E1D-8FE3-0FE53F3108E6}" presName="horz1" presStyleCnt="0"/>
      <dgm:spPr/>
    </dgm:pt>
    <dgm:pt modelId="{BBC56C4D-560B-44ED-8700-618A5BD8B154}" type="pres">
      <dgm:prSet presAssocID="{18821A1D-69B6-4E1D-8FE3-0FE53F3108E6}" presName="tx1" presStyleLbl="revTx" presStyleIdx="3" presStyleCnt="4"/>
      <dgm:spPr/>
      <dgm:t>
        <a:bodyPr/>
        <a:lstStyle/>
        <a:p>
          <a:endParaRPr lang="es-ES"/>
        </a:p>
      </dgm:t>
    </dgm:pt>
    <dgm:pt modelId="{67A266C6-3C32-43BC-ABC4-7E372815E88F}" type="pres">
      <dgm:prSet presAssocID="{18821A1D-69B6-4E1D-8FE3-0FE53F3108E6}" presName="vert1" presStyleCnt="0"/>
      <dgm:spPr/>
    </dgm:pt>
  </dgm:ptLst>
  <dgm:cxnLst>
    <dgm:cxn modelId="{2BBBC903-AD11-4803-9AAC-84F63607EE71}" type="presOf" srcId="{18821A1D-69B6-4E1D-8FE3-0FE53F3108E6}" destId="{BBC56C4D-560B-44ED-8700-618A5BD8B154}" srcOrd="0" destOrd="0" presId="urn:microsoft.com/office/officeart/2008/layout/LinedList"/>
    <dgm:cxn modelId="{18FA9110-2D5E-40A0-A3D3-3A51946CE462}" type="presOf" srcId="{106E48ED-6649-48D2-986C-4E7F6C6F8C38}" destId="{F2794F05-0816-4F42-98F1-F43C6CDD8636}" srcOrd="0" destOrd="0" presId="urn:microsoft.com/office/officeart/2008/layout/LinedList"/>
    <dgm:cxn modelId="{6044165C-56CC-47E2-BF37-68C7D88AB2B0}" srcId="{F09EDA10-819E-48AD-BFCE-82E9BEA144B0}" destId="{18821A1D-69B6-4E1D-8FE3-0FE53F3108E6}" srcOrd="3" destOrd="0" parTransId="{8C3BCAFD-B57F-42FD-9E7C-D573EDBA53C6}" sibTransId="{EFFF6D39-A591-41C4-A9B3-BB51FB4B333B}"/>
    <dgm:cxn modelId="{81AF9DC6-F44C-48E5-AB10-6292F45AC97D}" type="presOf" srcId="{98E6BCD1-8CB9-49C7-90DF-8232C1E5D74F}" destId="{418EA87F-EC99-41AB-B5C9-FA1CFB7F76BD}" srcOrd="0" destOrd="0" presId="urn:microsoft.com/office/officeart/2008/layout/LinedList"/>
    <dgm:cxn modelId="{04DF034E-E0C7-4AAA-9D53-E1B0842F4873}" type="presOf" srcId="{21DD5DD2-6412-4614-B0C0-4D693315AA74}" destId="{C39060EE-C250-4BB3-8B5B-072D98E867A1}" srcOrd="0" destOrd="0" presId="urn:microsoft.com/office/officeart/2008/layout/LinedList"/>
    <dgm:cxn modelId="{FD4812D2-D251-435F-AF24-8D7F06C58E52}" srcId="{F09EDA10-819E-48AD-BFCE-82E9BEA144B0}" destId="{98E6BCD1-8CB9-49C7-90DF-8232C1E5D74F}" srcOrd="0" destOrd="0" parTransId="{5D8E7605-BDA6-416F-9DA9-10142CB18A4B}" sibTransId="{61C39A33-6590-4479-B5F8-5E94D4DAC489}"/>
    <dgm:cxn modelId="{2625996A-13E7-4353-BB54-8A09A0C8EC88}" type="presOf" srcId="{F09EDA10-819E-48AD-BFCE-82E9BEA144B0}" destId="{3098B5A9-1DCB-4C73-9539-AD732DDFC312}" srcOrd="0" destOrd="0" presId="urn:microsoft.com/office/officeart/2008/layout/LinedList"/>
    <dgm:cxn modelId="{A9970CA2-6725-4BE8-8CFC-B8F271E30ECA}" srcId="{F09EDA10-819E-48AD-BFCE-82E9BEA144B0}" destId="{21DD5DD2-6412-4614-B0C0-4D693315AA74}" srcOrd="2" destOrd="0" parTransId="{9C58FA6C-10DC-46EF-8219-56306FDE8DEE}" sibTransId="{B5F1BCAE-C3D1-40C5-B712-21EB11F68A7A}"/>
    <dgm:cxn modelId="{5FD254D2-4655-4626-97F2-BCA46797DA6F}" srcId="{F09EDA10-819E-48AD-BFCE-82E9BEA144B0}" destId="{106E48ED-6649-48D2-986C-4E7F6C6F8C38}" srcOrd="1" destOrd="0" parTransId="{5AE34E27-1038-42FA-B391-DD51EDE0AA5A}" sibTransId="{569D4350-CA22-4E0C-8DB3-432BF6503BCF}"/>
    <dgm:cxn modelId="{8C86276F-0A67-4D5C-903F-BFB5B23CB7BF}" type="presParOf" srcId="{3098B5A9-1DCB-4C73-9539-AD732DDFC312}" destId="{E9AD8957-4A46-45E7-A943-5628D76A3F04}" srcOrd="0" destOrd="0" presId="urn:microsoft.com/office/officeart/2008/layout/LinedList"/>
    <dgm:cxn modelId="{357122DB-456C-41C0-B190-B5D71905B14A}" type="presParOf" srcId="{3098B5A9-1DCB-4C73-9539-AD732DDFC312}" destId="{A7A99B9B-B11F-4E07-AE1B-2D3A7A1C36DA}" srcOrd="1" destOrd="0" presId="urn:microsoft.com/office/officeart/2008/layout/LinedList"/>
    <dgm:cxn modelId="{EE39170E-A540-4654-BD29-2324B86C5498}" type="presParOf" srcId="{A7A99B9B-B11F-4E07-AE1B-2D3A7A1C36DA}" destId="{418EA87F-EC99-41AB-B5C9-FA1CFB7F76BD}" srcOrd="0" destOrd="0" presId="urn:microsoft.com/office/officeart/2008/layout/LinedList"/>
    <dgm:cxn modelId="{88D95EE7-DA79-4AB8-86D0-13DB97376C13}" type="presParOf" srcId="{A7A99B9B-B11F-4E07-AE1B-2D3A7A1C36DA}" destId="{7DC01C58-B1B0-4309-8C75-B26ED40289CB}" srcOrd="1" destOrd="0" presId="urn:microsoft.com/office/officeart/2008/layout/LinedList"/>
    <dgm:cxn modelId="{333BB3DB-BCE2-44A3-BBB0-9794CD85DC2D}" type="presParOf" srcId="{3098B5A9-1DCB-4C73-9539-AD732DDFC312}" destId="{6AD5B7EE-3E31-4A18-B48C-9E078BEA5A55}" srcOrd="2" destOrd="0" presId="urn:microsoft.com/office/officeart/2008/layout/LinedList"/>
    <dgm:cxn modelId="{E999DE20-4464-4C1C-945E-35EEF4C4654E}" type="presParOf" srcId="{3098B5A9-1DCB-4C73-9539-AD732DDFC312}" destId="{FA65E296-4458-4178-8492-932EC67810B3}" srcOrd="3" destOrd="0" presId="urn:microsoft.com/office/officeart/2008/layout/LinedList"/>
    <dgm:cxn modelId="{C11DD6B5-5006-47F7-AAC9-19497E584548}" type="presParOf" srcId="{FA65E296-4458-4178-8492-932EC67810B3}" destId="{F2794F05-0816-4F42-98F1-F43C6CDD8636}" srcOrd="0" destOrd="0" presId="urn:microsoft.com/office/officeart/2008/layout/LinedList"/>
    <dgm:cxn modelId="{FB740716-5A44-4CCF-B972-285088C4E2F1}" type="presParOf" srcId="{FA65E296-4458-4178-8492-932EC67810B3}" destId="{35EF00B3-5CAA-4A6B-B395-E7A487CF665F}" srcOrd="1" destOrd="0" presId="urn:microsoft.com/office/officeart/2008/layout/LinedList"/>
    <dgm:cxn modelId="{2ADC3FF7-9624-41B5-8761-30FA1AA9C501}" type="presParOf" srcId="{3098B5A9-1DCB-4C73-9539-AD732DDFC312}" destId="{08312537-C77C-4785-8572-62931EF73F77}" srcOrd="4" destOrd="0" presId="urn:microsoft.com/office/officeart/2008/layout/LinedList"/>
    <dgm:cxn modelId="{B6C773CC-6800-4318-93E3-8E6A491F0C6F}" type="presParOf" srcId="{3098B5A9-1DCB-4C73-9539-AD732DDFC312}" destId="{009E7C9D-ECDB-4018-AE42-F3DA59147E58}" srcOrd="5" destOrd="0" presId="urn:microsoft.com/office/officeart/2008/layout/LinedList"/>
    <dgm:cxn modelId="{81F9EB11-CAF6-4B16-8D3A-276A0A5E0B75}" type="presParOf" srcId="{009E7C9D-ECDB-4018-AE42-F3DA59147E58}" destId="{C39060EE-C250-4BB3-8B5B-072D98E867A1}" srcOrd="0" destOrd="0" presId="urn:microsoft.com/office/officeart/2008/layout/LinedList"/>
    <dgm:cxn modelId="{DEF7E830-6CBE-4B09-9887-C14127D6AC91}" type="presParOf" srcId="{009E7C9D-ECDB-4018-AE42-F3DA59147E58}" destId="{0310751C-2F43-4F9D-8F60-54341A6F48A8}" srcOrd="1" destOrd="0" presId="urn:microsoft.com/office/officeart/2008/layout/LinedList"/>
    <dgm:cxn modelId="{FB367422-1957-4564-BC2F-55A53A72FFAF}" type="presParOf" srcId="{3098B5A9-1DCB-4C73-9539-AD732DDFC312}" destId="{0746044C-35BA-4F5B-8A22-67C18F70F5E1}" srcOrd="6" destOrd="0" presId="urn:microsoft.com/office/officeart/2008/layout/LinedList"/>
    <dgm:cxn modelId="{4B4213AC-6A73-4D76-8FA6-8DB7E08883A4}" type="presParOf" srcId="{3098B5A9-1DCB-4C73-9539-AD732DDFC312}" destId="{809AFEEF-DD7A-40F0-9736-B0524C7695DD}" srcOrd="7" destOrd="0" presId="urn:microsoft.com/office/officeart/2008/layout/LinedList"/>
    <dgm:cxn modelId="{073338AC-2A99-4977-8911-059922ED773B}" type="presParOf" srcId="{809AFEEF-DD7A-40F0-9736-B0524C7695DD}" destId="{BBC56C4D-560B-44ED-8700-618A5BD8B154}" srcOrd="0" destOrd="0" presId="urn:microsoft.com/office/officeart/2008/layout/LinedList"/>
    <dgm:cxn modelId="{2D5B37BD-F616-45AC-9808-AB569FFB2564}" type="presParOf" srcId="{809AFEEF-DD7A-40F0-9736-B0524C7695DD}" destId="{67A266C6-3C32-43BC-ABC4-7E372815E8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09EDA10-819E-48AD-BFCE-82E9BEA144B0}" type="doc">
      <dgm:prSet loTypeId="urn:microsoft.com/office/officeart/2008/layout/LinedList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324FB643-DD74-4C2A-A292-09030E5DC10D}">
      <dgm:prSet phldrT="[Texto]" custT="1"/>
      <dgm:spPr/>
      <dgm:t>
        <a:bodyPr/>
        <a:lstStyle/>
        <a:p>
          <a:endParaRPr lang="es-ES" sz="2000" dirty="0" smtClean="0"/>
        </a:p>
        <a:p>
          <a:r>
            <a:rPr lang="es-ES" sz="2400" dirty="0" smtClean="0"/>
            <a:t>Si la entrega es física, el Proyecto de enseñanza se presenta en una sola emisión; para el caso de la aplicación en línea, el docente puede elegir presentarlo en los tres momentos de desarrollo del Proyecto.</a:t>
          </a:r>
        </a:p>
      </dgm:t>
    </dgm:pt>
    <dgm:pt modelId="{916D66A2-4AD9-43AA-B42B-3B3C5C79D1C1}" type="parTrans" cxnId="{082703EE-7E81-42E9-8A8E-0900FCF7CA1B}">
      <dgm:prSet/>
      <dgm:spPr/>
      <dgm:t>
        <a:bodyPr/>
        <a:lstStyle/>
        <a:p>
          <a:endParaRPr lang="es-ES" sz="2400"/>
        </a:p>
      </dgm:t>
    </dgm:pt>
    <dgm:pt modelId="{DF479938-1280-497E-9347-143C68F15C8F}" type="sibTrans" cxnId="{082703EE-7E81-42E9-8A8E-0900FCF7CA1B}">
      <dgm:prSet/>
      <dgm:spPr/>
      <dgm:t>
        <a:bodyPr/>
        <a:lstStyle/>
        <a:p>
          <a:endParaRPr lang="es-ES" sz="2400"/>
        </a:p>
      </dgm:t>
    </dgm:pt>
    <dgm:pt modelId="{C262E421-9651-4301-BC0E-DEA48B506454}">
      <dgm:prSet phldrT="[Texto]" custT="1"/>
      <dgm:spPr/>
      <dgm:t>
        <a:bodyPr/>
        <a:lstStyle/>
        <a:p>
          <a:r>
            <a:rPr lang="es-MX" sz="2400" dirty="0" smtClean="0"/>
            <a:t>Se propone que la etapa 1 esté constituida  por dos cuestionarios:</a:t>
          </a:r>
        </a:p>
        <a:p>
          <a:r>
            <a:rPr lang="es-MX" sz="2400" dirty="0" smtClean="0"/>
            <a:t>-Un cuestionario que responde el propio docente evaluado</a:t>
          </a:r>
        </a:p>
        <a:p>
          <a:r>
            <a:rPr lang="es-MX" sz="2400" dirty="0" smtClean="0"/>
            <a:t>-Un cuestionario que será respondido por otro agente (Supervisor, pares, docentes de otro nivel existente en la comunidad, una autoridad de la comunidad: regidor, responsable del comité de educación).</a:t>
          </a:r>
          <a:endParaRPr lang="es-ES" sz="2400" dirty="0"/>
        </a:p>
      </dgm:t>
    </dgm:pt>
    <dgm:pt modelId="{BE63FF54-0E8D-46EE-A43F-44414A620531}" type="parTrans" cxnId="{2226895A-87BC-4CFF-BCB2-8574486486EE}">
      <dgm:prSet/>
      <dgm:spPr/>
      <dgm:t>
        <a:bodyPr/>
        <a:lstStyle/>
        <a:p>
          <a:endParaRPr lang="es-ES" sz="2400"/>
        </a:p>
      </dgm:t>
    </dgm:pt>
    <dgm:pt modelId="{CDB78054-5E35-499A-8495-445273BC3BAD}" type="sibTrans" cxnId="{2226895A-87BC-4CFF-BCB2-8574486486EE}">
      <dgm:prSet/>
      <dgm:spPr/>
      <dgm:t>
        <a:bodyPr/>
        <a:lstStyle/>
        <a:p>
          <a:endParaRPr lang="es-ES" sz="2400"/>
        </a:p>
      </dgm:t>
    </dgm:pt>
    <dgm:pt modelId="{C37FB607-3203-41C2-BD7D-736D0ACB76A6}" type="pres">
      <dgm:prSet presAssocID="{F09EDA10-819E-48AD-BFCE-82E9BEA144B0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7B6F5D78-4F1A-4DDC-8586-CED9EB8A57D8}" type="pres">
      <dgm:prSet presAssocID="{C262E421-9651-4301-BC0E-DEA48B506454}" presName="thickLine" presStyleLbl="alignNode1" presStyleIdx="0" presStyleCnt="2"/>
      <dgm:spPr/>
    </dgm:pt>
    <dgm:pt modelId="{618C95FF-A5E5-4D0C-AE72-C1373B3E28A9}" type="pres">
      <dgm:prSet presAssocID="{C262E421-9651-4301-BC0E-DEA48B506454}" presName="horz1" presStyleCnt="0"/>
      <dgm:spPr/>
    </dgm:pt>
    <dgm:pt modelId="{7695CEDE-2A5C-4C76-93F0-5E52981B713F}" type="pres">
      <dgm:prSet presAssocID="{C262E421-9651-4301-BC0E-DEA48B506454}" presName="tx1" presStyleLbl="revTx" presStyleIdx="0" presStyleCnt="2" custLinFactNeighborY="-147"/>
      <dgm:spPr/>
      <dgm:t>
        <a:bodyPr/>
        <a:lstStyle/>
        <a:p>
          <a:endParaRPr lang="es-ES"/>
        </a:p>
      </dgm:t>
    </dgm:pt>
    <dgm:pt modelId="{688D3443-B566-4D78-8E4E-BA205FB34DA8}" type="pres">
      <dgm:prSet presAssocID="{C262E421-9651-4301-BC0E-DEA48B506454}" presName="vert1" presStyleCnt="0"/>
      <dgm:spPr/>
    </dgm:pt>
    <dgm:pt modelId="{771954F9-B796-477D-879F-15F02225A4C0}" type="pres">
      <dgm:prSet presAssocID="{324FB643-DD74-4C2A-A292-09030E5DC10D}" presName="thickLine" presStyleLbl="alignNode1" presStyleIdx="1" presStyleCnt="2" custLinFactNeighborY="14382"/>
      <dgm:spPr/>
    </dgm:pt>
    <dgm:pt modelId="{57FA4D5F-3FAB-4A85-9BA6-DC6D3205B563}" type="pres">
      <dgm:prSet presAssocID="{324FB643-DD74-4C2A-A292-09030E5DC10D}" presName="horz1" presStyleCnt="0"/>
      <dgm:spPr/>
    </dgm:pt>
    <dgm:pt modelId="{CFC6428A-3AC3-41D5-A344-874D1823AA09}" type="pres">
      <dgm:prSet presAssocID="{324FB643-DD74-4C2A-A292-09030E5DC10D}" presName="tx1" presStyleLbl="revTx" presStyleIdx="1" presStyleCnt="2" custLinFactNeighborY="7983"/>
      <dgm:spPr/>
      <dgm:t>
        <a:bodyPr/>
        <a:lstStyle/>
        <a:p>
          <a:endParaRPr lang="es-ES"/>
        </a:p>
      </dgm:t>
    </dgm:pt>
    <dgm:pt modelId="{79EB8BCD-5644-4B0F-BA95-57BEA08CF4BA}" type="pres">
      <dgm:prSet presAssocID="{324FB643-DD74-4C2A-A292-09030E5DC10D}" presName="vert1" presStyleCnt="0"/>
      <dgm:spPr/>
    </dgm:pt>
  </dgm:ptLst>
  <dgm:cxnLst>
    <dgm:cxn modelId="{8B60265B-1C7A-4395-B050-3BA90F216C75}" type="presOf" srcId="{C262E421-9651-4301-BC0E-DEA48B506454}" destId="{7695CEDE-2A5C-4C76-93F0-5E52981B713F}" srcOrd="0" destOrd="0" presId="urn:microsoft.com/office/officeart/2008/layout/LinedList"/>
    <dgm:cxn modelId="{18803E41-A981-4B7A-9715-88A95444D1AB}" type="presOf" srcId="{324FB643-DD74-4C2A-A292-09030E5DC10D}" destId="{CFC6428A-3AC3-41D5-A344-874D1823AA09}" srcOrd="0" destOrd="0" presId="urn:microsoft.com/office/officeart/2008/layout/LinedList"/>
    <dgm:cxn modelId="{2226895A-87BC-4CFF-BCB2-8574486486EE}" srcId="{F09EDA10-819E-48AD-BFCE-82E9BEA144B0}" destId="{C262E421-9651-4301-BC0E-DEA48B506454}" srcOrd="0" destOrd="0" parTransId="{BE63FF54-0E8D-46EE-A43F-44414A620531}" sibTransId="{CDB78054-5E35-499A-8495-445273BC3BAD}"/>
    <dgm:cxn modelId="{082703EE-7E81-42E9-8A8E-0900FCF7CA1B}" srcId="{F09EDA10-819E-48AD-BFCE-82E9BEA144B0}" destId="{324FB643-DD74-4C2A-A292-09030E5DC10D}" srcOrd="1" destOrd="0" parTransId="{916D66A2-4AD9-43AA-B42B-3B3C5C79D1C1}" sibTransId="{DF479938-1280-497E-9347-143C68F15C8F}"/>
    <dgm:cxn modelId="{16D5003B-1535-4F3B-9E35-AE8CE5D77B37}" type="presOf" srcId="{F09EDA10-819E-48AD-BFCE-82E9BEA144B0}" destId="{C37FB607-3203-41C2-BD7D-736D0ACB76A6}" srcOrd="0" destOrd="0" presId="urn:microsoft.com/office/officeart/2008/layout/LinedList"/>
    <dgm:cxn modelId="{431B44D5-8B18-43AA-8667-C6A68EB32A13}" type="presParOf" srcId="{C37FB607-3203-41C2-BD7D-736D0ACB76A6}" destId="{7B6F5D78-4F1A-4DDC-8586-CED9EB8A57D8}" srcOrd="0" destOrd="0" presId="urn:microsoft.com/office/officeart/2008/layout/LinedList"/>
    <dgm:cxn modelId="{7289C0AA-CB27-4871-95A1-0361037C26F9}" type="presParOf" srcId="{C37FB607-3203-41C2-BD7D-736D0ACB76A6}" destId="{618C95FF-A5E5-4D0C-AE72-C1373B3E28A9}" srcOrd="1" destOrd="0" presId="urn:microsoft.com/office/officeart/2008/layout/LinedList"/>
    <dgm:cxn modelId="{D720BE38-BA44-49E5-9A2C-DA23452BB71B}" type="presParOf" srcId="{618C95FF-A5E5-4D0C-AE72-C1373B3E28A9}" destId="{7695CEDE-2A5C-4C76-93F0-5E52981B713F}" srcOrd="0" destOrd="0" presId="urn:microsoft.com/office/officeart/2008/layout/LinedList"/>
    <dgm:cxn modelId="{45C9733A-794E-47F1-910C-6AE915BC69D0}" type="presParOf" srcId="{618C95FF-A5E5-4D0C-AE72-C1373B3E28A9}" destId="{688D3443-B566-4D78-8E4E-BA205FB34DA8}" srcOrd="1" destOrd="0" presId="urn:microsoft.com/office/officeart/2008/layout/LinedList"/>
    <dgm:cxn modelId="{847066C9-353C-45F5-9CB2-23E8D8E6DB4C}" type="presParOf" srcId="{C37FB607-3203-41C2-BD7D-736D0ACB76A6}" destId="{771954F9-B796-477D-879F-15F02225A4C0}" srcOrd="2" destOrd="0" presId="urn:microsoft.com/office/officeart/2008/layout/LinedList"/>
    <dgm:cxn modelId="{77E48B7E-79F4-4145-AAF2-C0730A929F7F}" type="presParOf" srcId="{C37FB607-3203-41C2-BD7D-736D0ACB76A6}" destId="{57FA4D5F-3FAB-4A85-9BA6-DC6D3205B563}" srcOrd="3" destOrd="0" presId="urn:microsoft.com/office/officeart/2008/layout/LinedList"/>
    <dgm:cxn modelId="{6A207E93-50EA-4EE3-B2A7-7B3AA353A39B}" type="presParOf" srcId="{57FA4D5F-3FAB-4A85-9BA6-DC6D3205B563}" destId="{CFC6428A-3AC3-41D5-A344-874D1823AA09}" srcOrd="0" destOrd="0" presId="urn:microsoft.com/office/officeart/2008/layout/LinedList"/>
    <dgm:cxn modelId="{A2AC7371-A4F8-49D8-92DC-39AFEC01A58E}" type="presParOf" srcId="{57FA4D5F-3FAB-4A85-9BA6-DC6D3205B563}" destId="{79EB8BCD-5644-4B0F-BA95-57BEA08CF4B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B22B7BC-9EF6-42B8-9AEA-63DDDE33472E}" type="doc">
      <dgm:prSet loTypeId="urn:microsoft.com/office/officeart/2005/8/layout/chevron2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61D26B5F-1D28-4BC7-AC95-6F6658F24B8E}">
      <dgm:prSet phldrT="[Texto]" custT="1"/>
      <dgm:spPr/>
      <dgm:t>
        <a:bodyPr/>
        <a:lstStyle/>
        <a:p>
          <a:r>
            <a:rPr lang="es-ES" sz="2400" dirty="0" smtClean="0"/>
            <a:t>Antes</a:t>
          </a:r>
          <a:endParaRPr lang="es-ES" sz="2400" dirty="0"/>
        </a:p>
      </dgm:t>
    </dgm:pt>
    <dgm:pt modelId="{A1DCDFE2-392C-4790-B344-EB9C63830010}" type="parTrans" cxnId="{8D916CA6-6102-4C85-BE69-6E3C8721928F}">
      <dgm:prSet/>
      <dgm:spPr/>
      <dgm:t>
        <a:bodyPr/>
        <a:lstStyle/>
        <a:p>
          <a:endParaRPr lang="es-ES" sz="1200"/>
        </a:p>
      </dgm:t>
    </dgm:pt>
    <dgm:pt modelId="{F694AE15-5463-467C-A150-4228F7059FE6}" type="sibTrans" cxnId="{8D916CA6-6102-4C85-BE69-6E3C8721928F}">
      <dgm:prSet/>
      <dgm:spPr/>
      <dgm:t>
        <a:bodyPr/>
        <a:lstStyle/>
        <a:p>
          <a:endParaRPr lang="es-ES" sz="1200"/>
        </a:p>
      </dgm:t>
    </dgm:pt>
    <dgm:pt modelId="{2D01B326-48AF-4818-8F46-1706F925958B}">
      <dgm:prSet phldrT="[Texto]" custT="1"/>
      <dgm:spPr/>
      <dgm:t>
        <a:bodyPr/>
        <a:lstStyle/>
        <a:p>
          <a:r>
            <a:rPr lang="es-ES" sz="2000" u="none" strike="noStrike" dirty="0" smtClean="0">
              <a:effectLst/>
            </a:rPr>
            <a:t>Realizar sesiones de capacitación en el uso de la plataforma.</a:t>
          </a:r>
          <a:endParaRPr lang="es-ES" sz="2000" dirty="0"/>
        </a:p>
      </dgm:t>
    </dgm:pt>
    <dgm:pt modelId="{F79FA0AA-3E14-4784-BCDB-2EA11F1D8298}" type="parTrans" cxnId="{C7236A45-85B6-46F3-BCD7-8A1F3F17AAB4}">
      <dgm:prSet/>
      <dgm:spPr/>
      <dgm:t>
        <a:bodyPr/>
        <a:lstStyle/>
        <a:p>
          <a:endParaRPr lang="es-ES" sz="1200"/>
        </a:p>
      </dgm:t>
    </dgm:pt>
    <dgm:pt modelId="{4B396930-03DD-4CED-AD09-E3933162CF10}" type="sibTrans" cxnId="{C7236A45-85B6-46F3-BCD7-8A1F3F17AAB4}">
      <dgm:prSet/>
      <dgm:spPr/>
      <dgm:t>
        <a:bodyPr/>
        <a:lstStyle/>
        <a:p>
          <a:endParaRPr lang="es-ES" sz="1200"/>
        </a:p>
      </dgm:t>
    </dgm:pt>
    <dgm:pt modelId="{7D391AE8-BB0E-4EB1-A4C0-E12B4264785B}">
      <dgm:prSet phldrT="[Texto]" custT="1"/>
      <dgm:spPr/>
      <dgm:t>
        <a:bodyPr/>
        <a:lstStyle/>
        <a:p>
          <a:r>
            <a:rPr lang="es-ES" sz="2200" dirty="0" smtClean="0"/>
            <a:t>Durante</a:t>
          </a:r>
          <a:endParaRPr lang="es-ES" sz="2200" dirty="0"/>
        </a:p>
      </dgm:t>
    </dgm:pt>
    <dgm:pt modelId="{0CC2EC60-3C44-489D-8E3E-DE7650B9FBA8}" type="parTrans" cxnId="{88F545DB-1715-4A7D-AC57-27799B7FC870}">
      <dgm:prSet/>
      <dgm:spPr/>
      <dgm:t>
        <a:bodyPr/>
        <a:lstStyle/>
        <a:p>
          <a:endParaRPr lang="es-ES" sz="1200"/>
        </a:p>
      </dgm:t>
    </dgm:pt>
    <dgm:pt modelId="{0D9695C7-D3C9-4111-86B9-C9835C5F8BB4}" type="sibTrans" cxnId="{88F545DB-1715-4A7D-AC57-27799B7FC870}">
      <dgm:prSet/>
      <dgm:spPr/>
      <dgm:t>
        <a:bodyPr/>
        <a:lstStyle/>
        <a:p>
          <a:endParaRPr lang="es-ES" sz="1200"/>
        </a:p>
      </dgm:t>
    </dgm:pt>
    <dgm:pt modelId="{72804930-E948-4EFA-9999-AC66D385F954}">
      <dgm:prSet phldrT="[Texto]" custT="1"/>
      <dgm:spPr/>
      <dgm:t>
        <a:bodyPr/>
        <a:lstStyle/>
        <a:p>
          <a:r>
            <a:rPr lang="es-ES" sz="2000" b="0" u="none" strike="noStrike" dirty="0" smtClean="0">
              <a:effectLst/>
            </a:rPr>
            <a:t>Establecer días específicos en la supervisión para </a:t>
          </a:r>
          <a:r>
            <a:rPr lang="es-ES" sz="2000" b="1" u="none" strike="noStrike" dirty="0" smtClean="0">
              <a:effectLst/>
            </a:rPr>
            <a:t>asesorar a los docentes en el desarrollo </a:t>
          </a:r>
          <a:r>
            <a:rPr lang="es-ES" sz="2000" b="0" u="none" strike="noStrike" dirty="0" smtClean="0">
              <a:effectLst/>
            </a:rPr>
            <a:t>del proyecto o bien, en las sesiones del Consejo de Zona</a:t>
          </a:r>
          <a:endParaRPr lang="es-ES" sz="2000" dirty="0"/>
        </a:p>
      </dgm:t>
    </dgm:pt>
    <dgm:pt modelId="{A18A5A72-B4F3-45D7-A63B-B67D83B511A0}" type="parTrans" cxnId="{BF29F66E-6D9D-406A-819B-9CB295F65EFA}">
      <dgm:prSet/>
      <dgm:spPr/>
      <dgm:t>
        <a:bodyPr/>
        <a:lstStyle/>
        <a:p>
          <a:endParaRPr lang="es-ES" sz="1200"/>
        </a:p>
      </dgm:t>
    </dgm:pt>
    <dgm:pt modelId="{C0334E4E-EE33-4D16-AC35-45B829971941}" type="sibTrans" cxnId="{BF29F66E-6D9D-406A-819B-9CB295F65EFA}">
      <dgm:prSet/>
      <dgm:spPr/>
      <dgm:t>
        <a:bodyPr/>
        <a:lstStyle/>
        <a:p>
          <a:endParaRPr lang="es-ES" sz="1200"/>
        </a:p>
      </dgm:t>
    </dgm:pt>
    <dgm:pt modelId="{7209EC29-EE91-44F6-ACC1-9C53889452C3}">
      <dgm:prSet phldrT="[Texto]" custT="1"/>
      <dgm:spPr/>
      <dgm:t>
        <a:bodyPr/>
        <a:lstStyle/>
        <a:p>
          <a:r>
            <a:rPr lang="es-ES" sz="2200" dirty="0" smtClean="0"/>
            <a:t>Después</a:t>
          </a:r>
          <a:endParaRPr lang="es-ES" sz="2200" dirty="0"/>
        </a:p>
      </dgm:t>
    </dgm:pt>
    <dgm:pt modelId="{0D19EEE6-2073-472F-B378-7B66FFE0218C}" type="parTrans" cxnId="{B03DF230-A833-4477-9059-256678BE3E9D}">
      <dgm:prSet/>
      <dgm:spPr/>
      <dgm:t>
        <a:bodyPr/>
        <a:lstStyle/>
        <a:p>
          <a:endParaRPr lang="es-ES" sz="1200"/>
        </a:p>
      </dgm:t>
    </dgm:pt>
    <dgm:pt modelId="{1B647C3F-3C49-4B35-91F3-459D03A1C720}" type="sibTrans" cxnId="{B03DF230-A833-4477-9059-256678BE3E9D}">
      <dgm:prSet/>
      <dgm:spPr/>
      <dgm:t>
        <a:bodyPr/>
        <a:lstStyle/>
        <a:p>
          <a:endParaRPr lang="es-ES" sz="1200"/>
        </a:p>
      </dgm:t>
    </dgm:pt>
    <dgm:pt modelId="{24748887-C507-4424-93D5-2A002ABFBF23}">
      <dgm:prSet phldrT="[Texto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ES" sz="2000" b="0" u="none" strike="noStrike" dirty="0" smtClean="0">
              <a:effectLst/>
            </a:rPr>
            <a:t>Organizar sesiones de asesoría a los docentes  para analizar los resultados de su evaluación  estas acciones podrían realizarse con apoyo del SATE</a:t>
          </a:r>
          <a:endParaRPr lang="es-ES" sz="2000" dirty="0"/>
        </a:p>
      </dgm:t>
    </dgm:pt>
    <dgm:pt modelId="{A1433065-A802-48FF-9AFD-BC29C0C448A2}" type="parTrans" cxnId="{90319752-600B-4E25-9C24-51588F0C6E4D}">
      <dgm:prSet/>
      <dgm:spPr/>
      <dgm:t>
        <a:bodyPr/>
        <a:lstStyle/>
        <a:p>
          <a:endParaRPr lang="es-ES" sz="1200"/>
        </a:p>
      </dgm:t>
    </dgm:pt>
    <dgm:pt modelId="{AC2353B1-12A9-47C6-900D-3C21D6686A0B}" type="sibTrans" cxnId="{90319752-600B-4E25-9C24-51588F0C6E4D}">
      <dgm:prSet/>
      <dgm:spPr/>
      <dgm:t>
        <a:bodyPr/>
        <a:lstStyle/>
        <a:p>
          <a:endParaRPr lang="es-ES" sz="1200"/>
        </a:p>
      </dgm:t>
    </dgm:pt>
    <dgm:pt modelId="{CA272F90-3AC1-43E8-B098-64FD2338949F}">
      <dgm:prSet custT="1"/>
      <dgm:spPr/>
      <dgm:t>
        <a:bodyPr/>
        <a:lstStyle/>
        <a:p>
          <a:r>
            <a:rPr lang="es-ES" sz="2000" b="0" u="none" strike="noStrike" dirty="0" smtClean="0">
              <a:effectLst/>
            </a:rPr>
            <a:t>Ofrecer apoyo técnico para digitalizar evidencias y para el uso de la plataforma. </a:t>
          </a:r>
        </a:p>
      </dgm:t>
    </dgm:pt>
    <dgm:pt modelId="{8A19A3BB-9DC0-49C5-B7DC-2900539DD80F}" type="parTrans" cxnId="{627B6FF9-DA56-4A72-AFA8-8F2FA2374EEF}">
      <dgm:prSet/>
      <dgm:spPr/>
      <dgm:t>
        <a:bodyPr/>
        <a:lstStyle/>
        <a:p>
          <a:endParaRPr lang="es-ES" sz="1200"/>
        </a:p>
      </dgm:t>
    </dgm:pt>
    <dgm:pt modelId="{C069C0BD-D023-4591-B64D-4BE462297F0A}" type="sibTrans" cxnId="{627B6FF9-DA56-4A72-AFA8-8F2FA2374EEF}">
      <dgm:prSet/>
      <dgm:spPr/>
      <dgm:t>
        <a:bodyPr/>
        <a:lstStyle/>
        <a:p>
          <a:endParaRPr lang="es-ES" sz="1200"/>
        </a:p>
      </dgm:t>
    </dgm:pt>
    <dgm:pt modelId="{B9D42A20-D927-430A-9995-6164C250514F}">
      <dgm:prSet phldrT="[Texto]" custT="1"/>
      <dgm:spPr/>
      <dgm:t>
        <a:bodyPr/>
        <a:lstStyle/>
        <a:p>
          <a:r>
            <a:rPr lang="es-ES" sz="2000" b="0" u="none" strike="noStrike" dirty="0" smtClean="0">
              <a:effectLst/>
            </a:rPr>
            <a:t>Contar con manuales didácticos dirigidos específicamente a la población a evaluar.</a:t>
          </a:r>
          <a:br>
            <a:rPr lang="es-ES" sz="2000" b="0" u="none" strike="noStrike" dirty="0" smtClean="0">
              <a:effectLst/>
            </a:rPr>
          </a:br>
          <a:r>
            <a:rPr lang="es-ES" sz="2000" b="0" u="none" strike="noStrike" dirty="0" smtClean="0">
              <a:effectLst/>
            </a:rPr>
            <a:t>Desarrollar estrategias eficientes para la difusión oportuna de la información sobre el proceso de evaluación </a:t>
          </a:r>
          <a:endParaRPr lang="es-ES" sz="2000" dirty="0"/>
        </a:p>
      </dgm:t>
    </dgm:pt>
    <dgm:pt modelId="{CDF8E4B2-7915-4BCB-9905-C21596A36076}" type="parTrans" cxnId="{82D138B8-7AB0-4CCD-8A33-255FC60F7969}">
      <dgm:prSet/>
      <dgm:spPr/>
      <dgm:t>
        <a:bodyPr/>
        <a:lstStyle/>
        <a:p>
          <a:endParaRPr lang="es-ES" sz="2000"/>
        </a:p>
      </dgm:t>
    </dgm:pt>
    <dgm:pt modelId="{3FFAEBC3-02C2-48EC-8086-07E09DC13FBA}" type="sibTrans" cxnId="{82D138B8-7AB0-4CCD-8A33-255FC60F7969}">
      <dgm:prSet/>
      <dgm:spPr/>
      <dgm:t>
        <a:bodyPr/>
        <a:lstStyle/>
        <a:p>
          <a:endParaRPr lang="es-ES" sz="2000"/>
        </a:p>
      </dgm:t>
    </dgm:pt>
    <dgm:pt modelId="{B95650E1-D0BB-4E50-882A-873CB3184D26}">
      <dgm:prSet phldrT="[Texto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ES" sz="2000" dirty="0" smtClean="0"/>
            <a:t>Ofrecer una oferta especifica de formación a los docentes de estos tipos de servicio</a:t>
          </a:r>
          <a:endParaRPr lang="es-ES" sz="2000" dirty="0"/>
        </a:p>
      </dgm:t>
    </dgm:pt>
    <dgm:pt modelId="{5C949C31-0342-4DB8-A874-9151CB0D5B18}" type="parTrans" cxnId="{26BD5340-1F64-46DB-9415-C17F5B44456D}">
      <dgm:prSet/>
      <dgm:spPr/>
      <dgm:t>
        <a:bodyPr/>
        <a:lstStyle/>
        <a:p>
          <a:endParaRPr lang="es-ES"/>
        </a:p>
      </dgm:t>
    </dgm:pt>
    <dgm:pt modelId="{E17509D4-B8E8-44D5-8AC3-ADD12DB063B9}" type="sibTrans" cxnId="{26BD5340-1F64-46DB-9415-C17F5B44456D}">
      <dgm:prSet/>
      <dgm:spPr/>
      <dgm:t>
        <a:bodyPr/>
        <a:lstStyle/>
        <a:p>
          <a:endParaRPr lang="es-ES"/>
        </a:p>
      </dgm:t>
    </dgm:pt>
    <dgm:pt modelId="{7545F773-D449-471C-8912-EE0AB970F929}">
      <dgm:prSet phldrT="[Texto]" custT="1"/>
      <dgm:spPr/>
      <dgm:t>
        <a:bodyPr/>
        <a:lstStyle/>
        <a:p>
          <a:r>
            <a:rPr lang="es-ES" sz="2000" u="none" strike="noStrike" dirty="0" smtClean="0">
              <a:effectLst/>
            </a:rPr>
            <a:t>Proveer a los docentes material para que realicen la evaluación (apoyo para imprimir EAMI, PPI, Guías)</a:t>
          </a:r>
          <a:endParaRPr lang="es-ES" sz="2000" dirty="0"/>
        </a:p>
      </dgm:t>
    </dgm:pt>
    <dgm:pt modelId="{A0FF1A04-65EA-4DC8-AE07-B09C8860E5FA}" type="parTrans" cxnId="{249933DB-DF32-4186-8AAC-D0C4F6B3A87E}">
      <dgm:prSet/>
      <dgm:spPr/>
      <dgm:t>
        <a:bodyPr/>
        <a:lstStyle/>
        <a:p>
          <a:endParaRPr lang="es-ES"/>
        </a:p>
      </dgm:t>
    </dgm:pt>
    <dgm:pt modelId="{11A36D7A-CA96-4728-A278-932EC9BA1644}" type="sibTrans" cxnId="{249933DB-DF32-4186-8AAC-D0C4F6B3A87E}">
      <dgm:prSet/>
      <dgm:spPr/>
      <dgm:t>
        <a:bodyPr/>
        <a:lstStyle/>
        <a:p>
          <a:endParaRPr lang="es-ES"/>
        </a:p>
      </dgm:t>
    </dgm:pt>
    <dgm:pt modelId="{A227150D-9F9B-40CB-8D7A-96D0A0D45B73}">
      <dgm:prSet phldrT="[Texto]" custT="1"/>
      <dgm:spPr/>
      <dgm:t>
        <a:bodyPr/>
        <a:lstStyle/>
        <a:p>
          <a:r>
            <a:rPr lang="es-ES" sz="2000" u="none" strike="noStrike" dirty="0" smtClean="0">
              <a:effectLst/>
            </a:rPr>
            <a:t>Diseñar el curso "Proyectar la enseñanza" y ofrecerlo manera presencial para Educación Indígena y multigrado.</a:t>
          </a:r>
          <a:endParaRPr lang="es-ES" sz="2000" dirty="0"/>
        </a:p>
      </dgm:t>
    </dgm:pt>
    <dgm:pt modelId="{20899A79-CC59-4F9A-880E-9B1D8F22F49B}" type="parTrans" cxnId="{F7C0248D-A013-46F1-B643-B006142CE59E}">
      <dgm:prSet/>
      <dgm:spPr/>
      <dgm:t>
        <a:bodyPr/>
        <a:lstStyle/>
        <a:p>
          <a:endParaRPr lang="es-ES"/>
        </a:p>
      </dgm:t>
    </dgm:pt>
    <dgm:pt modelId="{1D6345DC-07C2-4235-8293-4D1C8B9AFFEE}" type="sibTrans" cxnId="{F7C0248D-A013-46F1-B643-B006142CE59E}">
      <dgm:prSet/>
      <dgm:spPr/>
      <dgm:t>
        <a:bodyPr/>
        <a:lstStyle/>
        <a:p>
          <a:endParaRPr lang="es-ES"/>
        </a:p>
      </dgm:t>
    </dgm:pt>
    <dgm:pt modelId="{18ED8E83-062B-47DC-9FBC-E2BE83693F7B}" type="pres">
      <dgm:prSet presAssocID="{6B22B7BC-9EF6-42B8-9AEA-63DDDE33472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D64D3FF-FB0E-4B1D-9397-4D8FCA41B786}" type="pres">
      <dgm:prSet presAssocID="{61D26B5F-1D28-4BC7-AC95-6F6658F24B8E}" presName="composite" presStyleCnt="0"/>
      <dgm:spPr/>
    </dgm:pt>
    <dgm:pt modelId="{AB67B9B7-2A06-43C0-B94A-089FD718ECCB}" type="pres">
      <dgm:prSet presAssocID="{61D26B5F-1D28-4BC7-AC95-6F6658F24B8E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D52372A-9CBD-435C-A55D-698A0BD78C9D}" type="pres">
      <dgm:prSet presAssocID="{61D26B5F-1D28-4BC7-AC95-6F6658F24B8E}" presName="descendantText" presStyleLbl="alignAcc1" presStyleIdx="0" presStyleCnt="3" custScaleY="258044" custLinFactNeighborX="237" custLinFactNeighborY="1223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5E9C976-AF70-440F-BE90-AB5269984C34}" type="pres">
      <dgm:prSet presAssocID="{F694AE15-5463-467C-A150-4228F7059FE6}" presName="sp" presStyleCnt="0"/>
      <dgm:spPr/>
    </dgm:pt>
    <dgm:pt modelId="{A6C5EB97-C01B-41BE-92B9-0632615BF6C1}" type="pres">
      <dgm:prSet presAssocID="{7D391AE8-BB0E-4EB1-A4C0-E12B4264785B}" presName="composite" presStyleCnt="0"/>
      <dgm:spPr/>
    </dgm:pt>
    <dgm:pt modelId="{7DBDFF55-A850-4A7E-A98A-81C14B522B14}" type="pres">
      <dgm:prSet presAssocID="{7D391AE8-BB0E-4EB1-A4C0-E12B4264785B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44F33A1-0F8F-4C38-A694-B48D0752D867}" type="pres">
      <dgm:prSet presAssocID="{7D391AE8-BB0E-4EB1-A4C0-E12B4264785B}" presName="descendantText" presStyleLbl="alignAcc1" presStyleIdx="1" presStyleCnt="3" custLinFactNeighborX="404" custLinFactNeighborY="31418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FA6E01B-9706-4A6C-A579-8952FD735086}" type="pres">
      <dgm:prSet presAssocID="{0D9695C7-D3C9-4111-86B9-C9835C5F8BB4}" presName="sp" presStyleCnt="0"/>
      <dgm:spPr/>
    </dgm:pt>
    <dgm:pt modelId="{7D9A7854-A6C5-454B-9207-49B6E075DF64}" type="pres">
      <dgm:prSet presAssocID="{7209EC29-EE91-44F6-ACC1-9C53889452C3}" presName="composite" presStyleCnt="0"/>
      <dgm:spPr/>
    </dgm:pt>
    <dgm:pt modelId="{CDCB700B-623E-49CD-9FA6-C40DBEA53E85}" type="pres">
      <dgm:prSet presAssocID="{7209EC29-EE91-44F6-ACC1-9C53889452C3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09F7BB3-D97C-4AA2-85FB-2C8584613571}" type="pres">
      <dgm:prSet presAssocID="{7209EC29-EE91-44F6-ACC1-9C53889452C3}" presName="descendantText" presStyleLbl="alignAcc1" presStyleIdx="2" presStyleCnt="3" custLinFactNeighborX="78" custLinFactNeighborY="1443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D916CA6-6102-4C85-BE69-6E3C8721928F}" srcId="{6B22B7BC-9EF6-42B8-9AEA-63DDDE33472E}" destId="{61D26B5F-1D28-4BC7-AC95-6F6658F24B8E}" srcOrd="0" destOrd="0" parTransId="{A1DCDFE2-392C-4790-B344-EB9C63830010}" sibTransId="{F694AE15-5463-467C-A150-4228F7059FE6}"/>
    <dgm:cxn modelId="{26BD5340-1F64-46DB-9415-C17F5B44456D}" srcId="{7209EC29-EE91-44F6-ACC1-9C53889452C3}" destId="{B95650E1-D0BB-4E50-882A-873CB3184D26}" srcOrd="1" destOrd="0" parTransId="{5C949C31-0342-4DB8-A874-9151CB0D5B18}" sibTransId="{E17509D4-B8E8-44D5-8AC3-ADD12DB063B9}"/>
    <dgm:cxn modelId="{396C6DCD-7C33-426C-BCE5-20D604260E13}" type="presOf" srcId="{72804930-E948-4EFA-9999-AC66D385F954}" destId="{944F33A1-0F8F-4C38-A694-B48D0752D867}" srcOrd="0" destOrd="0" presId="urn:microsoft.com/office/officeart/2005/8/layout/chevron2"/>
    <dgm:cxn modelId="{2884DA13-4E92-48E3-B02A-1A2F4C998A7B}" type="presOf" srcId="{7545F773-D449-471C-8912-EE0AB970F929}" destId="{6D52372A-9CBD-435C-A55D-698A0BD78C9D}" srcOrd="0" destOrd="2" presId="urn:microsoft.com/office/officeart/2005/8/layout/chevron2"/>
    <dgm:cxn modelId="{B64CC051-FE6D-4F9A-BFC1-7AC03972E0A6}" type="presOf" srcId="{B9D42A20-D927-430A-9995-6164C250514F}" destId="{6D52372A-9CBD-435C-A55D-698A0BD78C9D}" srcOrd="0" destOrd="3" presId="urn:microsoft.com/office/officeart/2005/8/layout/chevron2"/>
    <dgm:cxn modelId="{249933DB-DF32-4186-8AAC-D0C4F6B3A87E}" srcId="{61D26B5F-1D28-4BC7-AC95-6F6658F24B8E}" destId="{7545F773-D449-471C-8912-EE0AB970F929}" srcOrd="2" destOrd="0" parTransId="{A0FF1A04-65EA-4DC8-AE07-B09C8860E5FA}" sibTransId="{11A36D7A-CA96-4728-A278-932EC9BA1644}"/>
    <dgm:cxn modelId="{EDD1F25F-0E94-449B-BFE7-3650917606A6}" type="presOf" srcId="{7209EC29-EE91-44F6-ACC1-9C53889452C3}" destId="{CDCB700B-623E-49CD-9FA6-C40DBEA53E85}" srcOrd="0" destOrd="0" presId="urn:microsoft.com/office/officeart/2005/8/layout/chevron2"/>
    <dgm:cxn modelId="{B00A9731-6A34-4B71-95E7-E1EDB2222CCD}" type="presOf" srcId="{24748887-C507-4424-93D5-2A002ABFBF23}" destId="{C09F7BB3-D97C-4AA2-85FB-2C8584613571}" srcOrd="0" destOrd="0" presId="urn:microsoft.com/office/officeart/2005/8/layout/chevron2"/>
    <dgm:cxn modelId="{8F6EB789-6159-4435-91C8-9736DFB9931B}" type="presOf" srcId="{2D01B326-48AF-4818-8F46-1706F925958B}" destId="{6D52372A-9CBD-435C-A55D-698A0BD78C9D}" srcOrd="0" destOrd="0" presId="urn:microsoft.com/office/officeart/2005/8/layout/chevron2"/>
    <dgm:cxn modelId="{D9586E70-3FE9-4CD2-841A-F5751CEA0D65}" type="presOf" srcId="{CA272F90-3AC1-43E8-B098-64FD2338949F}" destId="{944F33A1-0F8F-4C38-A694-B48D0752D867}" srcOrd="0" destOrd="1" presId="urn:microsoft.com/office/officeart/2005/8/layout/chevron2"/>
    <dgm:cxn modelId="{D543E970-1303-40CA-81D6-7BB778247D81}" type="presOf" srcId="{A227150D-9F9B-40CB-8D7A-96D0A0D45B73}" destId="{6D52372A-9CBD-435C-A55D-698A0BD78C9D}" srcOrd="0" destOrd="1" presId="urn:microsoft.com/office/officeart/2005/8/layout/chevron2"/>
    <dgm:cxn modelId="{88F545DB-1715-4A7D-AC57-27799B7FC870}" srcId="{6B22B7BC-9EF6-42B8-9AEA-63DDDE33472E}" destId="{7D391AE8-BB0E-4EB1-A4C0-E12B4264785B}" srcOrd="1" destOrd="0" parTransId="{0CC2EC60-3C44-489D-8E3E-DE7650B9FBA8}" sibTransId="{0D9695C7-D3C9-4111-86B9-C9835C5F8BB4}"/>
    <dgm:cxn modelId="{BF29F66E-6D9D-406A-819B-9CB295F65EFA}" srcId="{7D391AE8-BB0E-4EB1-A4C0-E12B4264785B}" destId="{72804930-E948-4EFA-9999-AC66D385F954}" srcOrd="0" destOrd="0" parTransId="{A18A5A72-B4F3-45D7-A63B-B67D83B511A0}" sibTransId="{C0334E4E-EE33-4D16-AC35-45B829971941}"/>
    <dgm:cxn modelId="{F7C0248D-A013-46F1-B643-B006142CE59E}" srcId="{61D26B5F-1D28-4BC7-AC95-6F6658F24B8E}" destId="{A227150D-9F9B-40CB-8D7A-96D0A0D45B73}" srcOrd="1" destOrd="0" parTransId="{20899A79-CC59-4F9A-880E-9B1D8F22F49B}" sibTransId="{1D6345DC-07C2-4235-8293-4D1C8B9AFFEE}"/>
    <dgm:cxn modelId="{90319752-600B-4E25-9C24-51588F0C6E4D}" srcId="{7209EC29-EE91-44F6-ACC1-9C53889452C3}" destId="{24748887-C507-4424-93D5-2A002ABFBF23}" srcOrd="0" destOrd="0" parTransId="{A1433065-A802-48FF-9AFD-BC29C0C448A2}" sibTransId="{AC2353B1-12A9-47C6-900D-3C21D6686A0B}"/>
    <dgm:cxn modelId="{34AC8F2D-57E9-4D93-AADC-F69CCC1C7489}" type="presOf" srcId="{6B22B7BC-9EF6-42B8-9AEA-63DDDE33472E}" destId="{18ED8E83-062B-47DC-9FBC-E2BE83693F7B}" srcOrd="0" destOrd="0" presId="urn:microsoft.com/office/officeart/2005/8/layout/chevron2"/>
    <dgm:cxn modelId="{B03DF230-A833-4477-9059-256678BE3E9D}" srcId="{6B22B7BC-9EF6-42B8-9AEA-63DDDE33472E}" destId="{7209EC29-EE91-44F6-ACC1-9C53889452C3}" srcOrd="2" destOrd="0" parTransId="{0D19EEE6-2073-472F-B378-7B66FFE0218C}" sibTransId="{1B647C3F-3C49-4B35-91F3-459D03A1C720}"/>
    <dgm:cxn modelId="{D47AB05A-0B8C-40F0-A0B8-BF5794DEEFB4}" type="presOf" srcId="{61D26B5F-1D28-4BC7-AC95-6F6658F24B8E}" destId="{AB67B9B7-2A06-43C0-B94A-089FD718ECCB}" srcOrd="0" destOrd="0" presId="urn:microsoft.com/office/officeart/2005/8/layout/chevron2"/>
    <dgm:cxn modelId="{4303C68A-B97E-4872-8BEC-DE41422BC516}" type="presOf" srcId="{B95650E1-D0BB-4E50-882A-873CB3184D26}" destId="{C09F7BB3-D97C-4AA2-85FB-2C8584613571}" srcOrd="0" destOrd="1" presId="urn:microsoft.com/office/officeart/2005/8/layout/chevron2"/>
    <dgm:cxn modelId="{627B6FF9-DA56-4A72-AFA8-8F2FA2374EEF}" srcId="{7D391AE8-BB0E-4EB1-A4C0-E12B4264785B}" destId="{CA272F90-3AC1-43E8-B098-64FD2338949F}" srcOrd="1" destOrd="0" parTransId="{8A19A3BB-9DC0-49C5-B7DC-2900539DD80F}" sibTransId="{C069C0BD-D023-4591-B64D-4BE462297F0A}"/>
    <dgm:cxn modelId="{C7236A45-85B6-46F3-BCD7-8A1F3F17AAB4}" srcId="{61D26B5F-1D28-4BC7-AC95-6F6658F24B8E}" destId="{2D01B326-48AF-4818-8F46-1706F925958B}" srcOrd="0" destOrd="0" parTransId="{F79FA0AA-3E14-4784-BCDB-2EA11F1D8298}" sibTransId="{4B396930-03DD-4CED-AD09-E3933162CF10}"/>
    <dgm:cxn modelId="{82D138B8-7AB0-4CCD-8A33-255FC60F7969}" srcId="{61D26B5F-1D28-4BC7-AC95-6F6658F24B8E}" destId="{B9D42A20-D927-430A-9995-6164C250514F}" srcOrd="3" destOrd="0" parTransId="{CDF8E4B2-7915-4BCB-9905-C21596A36076}" sibTransId="{3FFAEBC3-02C2-48EC-8086-07E09DC13FBA}"/>
    <dgm:cxn modelId="{35C63D09-B77C-4EB8-BEF6-36DA49F50817}" type="presOf" srcId="{7D391AE8-BB0E-4EB1-A4C0-E12B4264785B}" destId="{7DBDFF55-A850-4A7E-A98A-81C14B522B14}" srcOrd="0" destOrd="0" presId="urn:microsoft.com/office/officeart/2005/8/layout/chevron2"/>
    <dgm:cxn modelId="{24B65026-80C6-4E6D-8CAC-A6004B9E5423}" type="presParOf" srcId="{18ED8E83-062B-47DC-9FBC-E2BE83693F7B}" destId="{4D64D3FF-FB0E-4B1D-9397-4D8FCA41B786}" srcOrd="0" destOrd="0" presId="urn:microsoft.com/office/officeart/2005/8/layout/chevron2"/>
    <dgm:cxn modelId="{03D30414-909A-428C-8F4B-A71B8B673BD7}" type="presParOf" srcId="{4D64D3FF-FB0E-4B1D-9397-4D8FCA41B786}" destId="{AB67B9B7-2A06-43C0-B94A-089FD718ECCB}" srcOrd="0" destOrd="0" presId="urn:microsoft.com/office/officeart/2005/8/layout/chevron2"/>
    <dgm:cxn modelId="{F7C8D92B-ADDC-4BE0-B417-B7F860628A79}" type="presParOf" srcId="{4D64D3FF-FB0E-4B1D-9397-4D8FCA41B786}" destId="{6D52372A-9CBD-435C-A55D-698A0BD78C9D}" srcOrd="1" destOrd="0" presId="urn:microsoft.com/office/officeart/2005/8/layout/chevron2"/>
    <dgm:cxn modelId="{E5E78103-2045-4D5F-97F4-54D8B016380C}" type="presParOf" srcId="{18ED8E83-062B-47DC-9FBC-E2BE83693F7B}" destId="{95E9C976-AF70-440F-BE90-AB5269984C34}" srcOrd="1" destOrd="0" presId="urn:microsoft.com/office/officeart/2005/8/layout/chevron2"/>
    <dgm:cxn modelId="{D616AB6A-4F62-458A-87DE-8792114A3692}" type="presParOf" srcId="{18ED8E83-062B-47DC-9FBC-E2BE83693F7B}" destId="{A6C5EB97-C01B-41BE-92B9-0632615BF6C1}" srcOrd="2" destOrd="0" presId="urn:microsoft.com/office/officeart/2005/8/layout/chevron2"/>
    <dgm:cxn modelId="{289BE70E-5CAC-4F41-A4B2-2FB7C7A7F775}" type="presParOf" srcId="{A6C5EB97-C01B-41BE-92B9-0632615BF6C1}" destId="{7DBDFF55-A850-4A7E-A98A-81C14B522B14}" srcOrd="0" destOrd="0" presId="urn:microsoft.com/office/officeart/2005/8/layout/chevron2"/>
    <dgm:cxn modelId="{EC53C304-B580-4EAD-BEE9-66086780A121}" type="presParOf" srcId="{A6C5EB97-C01B-41BE-92B9-0632615BF6C1}" destId="{944F33A1-0F8F-4C38-A694-B48D0752D867}" srcOrd="1" destOrd="0" presId="urn:microsoft.com/office/officeart/2005/8/layout/chevron2"/>
    <dgm:cxn modelId="{57892C4E-0F6A-4806-8F7A-F3FBDD171F5E}" type="presParOf" srcId="{18ED8E83-062B-47DC-9FBC-E2BE83693F7B}" destId="{CFA6E01B-9706-4A6C-A579-8952FD735086}" srcOrd="3" destOrd="0" presId="urn:microsoft.com/office/officeart/2005/8/layout/chevron2"/>
    <dgm:cxn modelId="{6B9C892B-6B43-49D9-AC7F-BEE296312393}" type="presParOf" srcId="{18ED8E83-062B-47DC-9FBC-E2BE83693F7B}" destId="{7D9A7854-A6C5-454B-9207-49B6E075DF64}" srcOrd="4" destOrd="0" presId="urn:microsoft.com/office/officeart/2005/8/layout/chevron2"/>
    <dgm:cxn modelId="{FAE0F456-7845-4023-BA16-BDB07C017923}" type="presParOf" srcId="{7D9A7854-A6C5-454B-9207-49B6E075DF64}" destId="{CDCB700B-623E-49CD-9FA6-C40DBEA53E85}" srcOrd="0" destOrd="0" presId="urn:microsoft.com/office/officeart/2005/8/layout/chevron2"/>
    <dgm:cxn modelId="{95A06FAB-50D2-401E-8214-3B992DEBF10B}" type="presParOf" srcId="{7D9A7854-A6C5-454B-9207-49B6E075DF64}" destId="{C09F7BB3-D97C-4AA2-85FB-2C858461357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2CD8E0A-C101-4075-BA6D-9BE78E74E94B}" type="doc">
      <dgm:prSet loTypeId="urn:microsoft.com/office/officeart/2008/layout/Lined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6369CA78-6B96-4F1F-A5A1-9AD0D2FDEB95}">
      <dgm:prSet phldrT="[Texto]" custT="1"/>
      <dgm:spPr/>
      <dgm:t>
        <a:bodyPr/>
        <a:lstStyle/>
        <a:p>
          <a:r>
            <a:rPr lang="es-ES" sz="2400" u="none" strike="noStrike" dirty="0" smtClean="0">
              <a:effectLst/>
            </a:rPr>
            <a:t>Docentes con experiencia en la práctica docente multigrado, indígena o telesecundaria, según corresponda.</a:t>
          </a:r>
          <a:endParaRPr lang="es-ES" sz="2400" dirty="0"/>
        </a:p>
      </dgm:t>
    </dgm:pt>
    <dgm:pt modelId="{062529F3-9666-4DD6-912B-7F9150459618}" type="parTrans" cxnId="{9244D8D2-9C87-4FC4-8BF6-50CAED6E7B77}">
      <dgm:prSet/>
      <dgm:spPr/>
      <dgm:t>
        <a:bodyPr/>
        <a:lstStyle/>
        <a:p>
          <a:endParaRPr lang="es-ES" sz="2000"/>
        </a:p>
      </dgm:t>
    </dgm:pt>
    <dgm:pt modelId="{9E259DC3-E4CD-46EE-A93C-F148427A6C4F}" type="sibTrans" cxnId="{9244D8D2-9C87-4FC4-8BF6-50CAED6E7B77}">
      <dgm:prSet/>
      <dgm:spPr/>
      <dgm:t>
        <a:bodyPr/>
        <a:lstStyle/>
        <a:p>
          <a:endParaRPr lang="es-ES" sz="2000"/>
        </a:p>
      </dgm:t>
    </dgm:pt>
    <dgm:pt modelId="{5EA84066-E83C-40A9-99D6-B7EDCC476297}">
      <dgm:prSet custT="1"/>
      <dgm:spPr/>
      <dgm:t>
        <a:bodyPr/>
        <a:lstStyle/>
        <a:p>
          <a:r>
            <a:rPr lang="es-ES" sz="2400" u="none" strike="noStrike" dirty="0" smtClean="0">
              <a:effectLst/>
            </a:rPr>
            <a:t>Tener conocimiento del funcionamiento y organización escolar de los</a:t>
          </a:r>
          <a:r>
            <a:rPr lang="es-ES" sz="2400" u="none" strike="noStrike" baseline="0" dirty="0" smtClean="0">
              <a:effectLst/>
            </a:rPr>
            <a:t> docentes en estos tipos de servicios.</a:t>
          </a:r>
          <a:r>
            <a:rPr lang="es-ES" sz="2400" u="none" strike="noStrike" dirty="0" smtClean="0">
              <a:effectLst/>
            </a:rPr>
            <a:t> </a:t>
          </a:r>
        </a:p>
      </dgm:t>
    </dgm:pt>
    <dgm:pt modelId="{317C1714-BA95-4012-A34D-CB1D342945A3}" type="parTrans" cxnId="{956E6C1A-83BB-4398-BDFB-02840823A999}">
      <dgm:prSet/>
      <dgm:spPr/>
      <dgm:t>
        <a:bodyPr/>
        <a:lstStyle/>
        <a:p>
          <a:endParaRPr lang="es-ES" sz="2000"/>
        </a:p>
      </dgm:t>
    </dgm:pt>
    <dgm:pt modelId="{5F554196-788A-4B29-BAA6-59583B54CCDA}" type="sibTrans" cxnId="{956E6C1A-83BB-4398-BDFB-02840823A999}">
      <dgm:prSet/>
      <dgm:spPr/>
      <dgm:t>
        <a:bodyPr/>
        <a:lstStyle/>
        <a:p>
          <a:endParaRPr lang="es-ES" sz="2000"/>
        </a:p>
      </dgm:t>
    </dgm:pt>
    <dgm:pt modelId="{42501E0D-E732-4754-B90F-253C1121C4D7}">
      <dgm:prSet custT="1"/>
      <dgm:spPr/>
      <dgm:t>
        <a:bodyPr/>
        <a:lstStyle/>
        <a:p>
          <a:r>
            <a:rPr lang="es-ES" sz="2400" u="none" strike="noStrike" dirty="0" smtClean="0">
              <a:effectLst/>
            </a:rPr>
            <a:t>Ser especialistas en el nivel educativo y en la organización multigrado, educación indígena o telesecundaria. </a:t>
          </a:r>
        </a:p>
      </dgm:t>
    </dgm:pt>
    <dgm:pt modelId="{14CA666C-6272-4AD5-9111-00FC6BE6B09B}" type="parTrans" cxnId="{5D5111B0-3034-431A-820A-A0931F590032}">
      <dgm:prSet/>
      <dgm:spPr/>
      <dgm:t>
        <a:bodyPr/>
        <a:lstStyle/>
        <a:p>
          <a:endParaRPr lang="es-ES" sz="2000"/>
        </a:p>
      </dgm:t>
    </dgm:pt>
    <dgm:pt modelId="{2E4A481D-CBC5-4A2D-B816-0396FFC912C6}" type="sibTrans" cxnId="{5D5111B0-3034-431A-820A-A0931F590032}">
      <dgm:prSet/>
      <dgm:spPr/>
      <dgm:t>
        <a:bodyPr/>
        <a:lstStyle/>
        <a:p>
          <a:endParaRPr lang="es-ES" sz="2000"/>
        </a:p>
      </dgm:t>
    </dgm:pt>
    <dgm:pt modelId="{880270A9-9D2D-4A09-B7DA-7FED8E7A39A7}">
      <dgm:prSet custT="1"/>
      <dgm:spPr/>
      <dgm:t>
        <a:bodyPr/>
        <a:lstStyle/>
        <a:p>
          <a:r>
            <a:rPr lang="es-ES" sz="2400" u="none" strike="noStrike" dirty="0" smtClean="0">
              <a:effectLst/>
            </a:rPr>
            <a:t>En el caso de indígena o multigrado, se podría solicitar el apoyo de especialistas de la Red de Educadores de Multigrado y/o del CONAFE, para participar en el proceso de evaluación.</a:t>
          </a:r>
          <a:endParaRPr lang="es-ES" sz="2400" dirty="0"/>
        </a:p>
      </dgm:t>
    </dgm:pt>
    <dgm:pt modelId="{02A80EEB-D742-4337-8213-52CCA61548CB}" type="parTrans" cxnId="{D5AD7A09-5A64-44E0-B671-DDB8842F31F7}">
      <dgm:prSet/>
      <dgm:spPr/>
      <dgm:t>
        <a:bodyPr/>
        <a:lstStyle/>
        <a:p>
          <a:endParaRPr lang="es-ES" sz="2000"/>
        </a:p>
      </dgm:t>
    </dgm:pt>
    <dgm:pt modelId="{EB4AD970-E912-4072-851A-5259BF1991CE}" type="sibTrans" cxnId="{D5AD7A09-5A64-44E0-B671-DDB8842F31F7}">
      <dgm:prSet/>
      <dgm:spPr/>
      <dgm:t>
        <a:bodyPr/>
        <a:lstStyle/>
        <a:p>
          <a:endParaRPr lang="es-ES" sz="2000"/>
        </a:p>
      </dgm:t>
    </dgm:pt>
    <dgm:pt modelId="{AF17C10C-84CD-4A61-9ED2-BB118724EFC0}" type="pres">
      <dgm:prSet presAssocID="{F2CD8E0A-C101-4075-BA6D-9BE78E74E94B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741998D1-69DF-4C08-BE34-D56F6CD26ED9}" type="pres">
      <dgm:prSet presAssocID="{6369CA78-6B96-4F1F-A5A1-9AD0D2FDEB95}" presName="thickLine" presStyleLbl="alignNode1" presStyleIdx="0" presStyleCnt="4"/>
      <dgm:spPr/>
    </dgm:pt>
    <dgm:pt modelId="{77B35FB9-D07D-4EA9-AB54-DB9C8ADB47EC}" type="pres">
      <dgm:prSet presAssocID="{6369CA78-6B96-4F1F-A5A1-9AD0D2FDEB95}" presName="horz1" presStyleCnt="0"/>
      <dgm:spPr/>
    </dgm:pt>
    <dgm:pt modelId="{67803740-B031-49B7-9140-6C80137C868A}" type="pres">
      <dgm:prSet presAssocID="{6369CA78-6B96-4F1F-A5A1-9AD0D2FDEB95}" presName="tx1" presStyleLbl="revTx" presStyleIdx="0" presStyleCnt="4"/>
      <dgm:spPr/>
      <dgm:t>
        <a:bodyPr/>
        <a:lstStyle/>
        <a:p>
          <a:endParaRPr lang="es-ES"/>
        </a:p>
      </dgm:t>
    </dgm:pt>
    <dgm:pt modelId="{8F16DF78-11AE-4F7E-B934-7CDFE8D9E7C2}" type="pres">
      <dgm:prSet presAssocID="{6369CA78-6B96-4F1F-A5A1-9AD0D2FDEB95}" presName="vert1" presStyleCnt="0"/>
      <dgm:spPr/>
    </dgm:pt>
    <dgm:pt modelId="{07EBC65D-9EBC-42B4-8439-67B7A39448DC}" type="pres">
      <dgm:prSet presAssocID="{5EA84066-E83C-40A9-99D6-B7EDCC476297}" presName="thickLine" presStyleLbl="alignNode1" presStyleIdx="1" presStyleCnt="4"/>
      <dgm:spPr/>
    </dgm:pt>
    <dgm:pt modelId="{A8A5B3CC-7A88-4B55-BF7E-6389141609AF}" type="pres">
      <dgm:prSet presAssocID="{5EA84066-E83C-40A9-99D6-B7EDCC476297}" presName="horz1" presStyleCnt="0"/>
      <dgm:spPr/>
    </dgm:pt>
    <dgm:pt modelId="{68B01576-7232-4C32-B9CB-4D17D5FE73B1}" type="pres">
      <dgm:prSet presAssocID="{5EA84066-E83C-40A9-99D6-B7EDCC476297}" presName="tx1" presStyleLbl="revTx" presStyleIdx="1" presStyleCnt="4"/>
      <dgm:spPr/>
      <dgm:t>
        <a:bodyPr/>
        <a:lstStyle/>
        <a:p>
          <a:endParaRPr lang="es-ES"/>
        </a:p>
      </dgm:t>
    </dgm:pt>
    <dgm:pt modelId="{A6F1C725-47D7-4981-AD83-130517AF60A2}" type="pres">
      <dgm:prSet presAssocID="{5EA84066-E83C-40A9-99D6-B7EDCC476297}" presName="vert1" presStyleCnt="0"/>
      <dgm:spPr/>
    </dgm:pt>
    <dgm:pt modelId="{D4CB85F8-EACB-4893-AD18-55BF93472BE6}" type="pres">
      <dgm:prSet presAssocID="{42501E0D-E732-4754-B90F-253C1121C4D7}" presName="thickLine" presStyleLbl="alignNode1" presStyleIdx="2" presStyleCnt="4"/>
      <dgm:spPr/>
    </dgm:pt>
    <dgm:pt modelId="{D68CC5B0-9502-42E9-B0D7-6E86EAD89098}" type="pres">
      <dgm:prSet presAssocID="{42501E0D-E732-4754-B90F-253C1121C4D7}" presName="horz1" presStyleCnt="0"/>
      <dgm:spPr/>
    </dgm:pt>
    <dgm:pt modelId="{3E84E0E6-4686-4351-A04B-879C8C0EF1E2}" type="pres">
      <dgm:prSet presAssocID="{42501E0D-E732-4754-B90F-253C1121C4D7}" presName="tx1" presStyleLbl="revTx" presStyleIdx="2" presStyleCnt="4"/>
      <dgm:spPr/>
      <dgm:t>
        <a:bodyPr/>
        <a:lstStyle/>
        <a:p>
          <a:endParaRPr lang="es-ES"/>
        </a:p>
      </dgm:t>
    </dgm:pt>
    <dgm:pt modelId="{C7F80DC9-8A40-440C-B5B8-944689C3CD84}" type="pres">
      <dgm:prSet presAssocID="{42501E0D-E732-4754-B90F-253C1121C4D7}" presName="vert1" presStyleCnt="0"/>
      <dgm:spPr/>
    </dgm:pt>
    <dgm:pt modelId="{E409912D-3F7A-473F-A9D3-6CA42F3403A1}" type="pres">
      <dgm:prSet presAssocID="{880270A9-9D2D-4A09-B7DA-7FED8E7A39A7}" presName="thickLine" presStyleLbl="alignNode1" presStyleIdx="3" presStyleCnt="4"/>
      <dgm:spPr/>
    </dgm:pt>
    <dgm:pt modelId="{EF287DA0-4BE0-4727-A961-88272E7CCEE1}" type="pres">
      <dgm:prSet presAssocID="{880270A9-9D2D-4A09-B7DA-7FED8E7A39A7}" presName="horz1" presStyleCnt="0"/>
      <dgm:spPr/>
    </dgm:pt>
    <dgm:pt modelId="{7D8DFF6E-F5A6-43F4-870A-1B72B51B73E2}" type="pres">
      <dgm:prSet presAssocID="{880270A9-9D2D-4A09-B7DA-7FED8E7A39A7}" presName="tx1" presStyleLbl="revTx" presStyleIdx="3" presStyleCnt="4"/>
      <dgm:spPr/>
      <dgm:t>
        <a:bodyPr/>
        <a:lstStyle/>
        <a:p>
          <a:endParaRPr lang="es-ES"/>
        </a:p>
      </dgm:t>
    </dgm:pt>
    <dgm:pt modelId="{00206D90-5A51-4665-A9CE-0425774028C9}" type="pres">
      <dgm:prSet presAssocID="{880270A9-9D2D-4A09-B7DA-7FED8E7A39A7}" presName="vert1" presStyleCnt="0"/>
      <dgm:spPr/>
    </dgm:pt>
  </dgm:ptLst>
  <dgm:cxnLst>
    <dgm:cxn modelId="{5D5111B0-3034-431A-820A-A0931F590032}" srcId="{F2CD8E0A-C101-4075-BA6D-9BE78E74E94B}" destId="{42501E0D-E732-4754-B90F-253C1121C4D7}" srcOrd="2" destOrd="0" parTransId="{14CA666C-6272-4AD5-9111-00FC6BE6B09B}" sibTransId="{2E4A481D-CBC5-4A2D-B816-0396FFC912C6}"/>
    <dgm:cxn modelId="{9244D8D2-9C87-4FC4-8BF6-50CAED6E7B77}" srcId="{F2CD8E0A-C101-4075-BA6D-9BE78E74E94B}" destId="{6369CA78-6B96-4F1F-A5A1-9AD0D2FDEB95}" srcOrd="0" destOrd="0" parTransId="{062529F3-9666-4DD6-912B-7F9150459618}" sibTransId="{9E259DC3-E4CD-46EE-A93C-F148427A6C4F}"/>
    <dgm:cxn modelId="{D5AD7A09-5A64-44E0-B671-DDB8842F31F7}" srcId="{F2CD8E0A-C101-4075-BA6D-9BE78E74E94B}" destId="{880270A9-9D2D-4A09-B7DA-7FED8E7A39A7}" srcOrd="3" destOrd="0" parTransId="{02A80EEB-D742-4337-8213-52CCA61548CB}" sibTransId="{EB4AD970-E912-4072-851A-5259BF1991CE}"/>
    <dgm:cxn modelId="{382F8060-A101-4AD0-A7B9-4AD0E50B19BA}" type="presOf" srcId="{F2CD8E0A-C101-4075-BA6D-9BE78E74E94B}" destId="{AF17C10C-84CD-4A61-9ED2-BB118724EFC0}" srcOrd="0" destOrd="0" presId="urn:microsoft.com/office/officeart/2008/layout/LinedList"/>
    <dgm:cxn modelId="{84953005-A31D-415B-8BEF-EAFAEEAA5683}" type="presOf" srcId="{42501E0D-E732-4754-B90F-253C1121C4D7}" destId="{3E84E0E6-4686-4351-A04B-879C8C0EF1E2}" srcOrd="0" destOrd="0" presId="urn:microsoft.com/office/officeart/2008/layout/LinedList"/>
    <dgm:cxn modelId="{B9A39F53-A72D-424B-91DF-ECED28F76A9F}" type="presOf" srcId="{880270A9-9D2D-4A09-B7DA-7FED8E7A39A7}" destId="{7D8DFF6E-F5A6-43F4-870A-1B72B51B73E2}" srcOrd="0" destOrd="0" presId="urn:microsoft.com/office/officeart/2008/layout/LinedList"/>
    <dgm:cxn modelId="{EE295654-C3A1-45B0-8BD2-73181F215CF8}" type="presOf" srcId="{6369CA78-6B96-4F1F-A5A1-9AD0D2FDEB95}" destId="{67803740-B031-49B7-9140-6C80137C868A}" srcOrd="0" destOrd="0" presId="urn:microsoft.com/office/officeart/2008/layout/LinedList"/>
    <dgm:cxn modelId="{956E6C1A-83BB-4398-BDFB-02840823A999}" srcId="{F2CD8E0A-C101-4075-BA6D-9BE78E74E94B}" destId="{5EA84066-E83C-40A9-99D6-B7EDCC476297}" srcOrd="1" destOrd="0" parTransId="{317C1714-BA95-4012-A34D-CB1D342945A3}" sibTransId="{5F554196-788A-4B29-BAA6-59583B54CCDA}"/>
    <dgm:cxn modelId="{96E260ED-DAE8-4D9A-8A35-EABBFE88C16B}" type="presOf" srcId="{5EA84066-E83C-40A9-99D6-B7EDCC476297}" destId="{68B01576-7232-4C32-B9CB-4D17D5FE73B1}" srcOrd="0" destOrd="0" presId="urn:microsoft.com/office/officeart/2008/layout/LinedList"/>
    <dgm:cxn modelId="{8FB158AF-59CF-473B-A633-D1180B9D5186}" type="presParOf" srcId="{AF17C10C-84CD-4A61-9ED2-BB118724EFC0}" destId="{741998D1-69DF-4C08-BE34-D56F6CD26ED9}" srcOrd="0" destOrd="0" presId="urn:microsoft.com/office/officeart/2008/layout/LinedList"/>
    <dgm:cxn modelId="{63E15411-C5BF-4370-A645-E4C962FCD5B7}" type="presParOf" srcId="{AF17C10C-84CD-4A61-9ED2-BB118724EFC0}" destId="{77B35FB9-D07D-4EA9-AB54-DB9C8ADB47EC}" srcOrd="1" destOrd="0" presId="urn:microsoft.com/office/officeart/2008/layout/LinedList"/>
    <dgm:cxn modelId="{7956DEC2-7A92-4A18-BE6E-1A712923368C}" type="presParOf" srcId="{77B35FB9-D07D-4EA9-AB54-DB9C8ADB47EC}" destId="{67803740-B031-49B7-9140-6C80137C868A}" srcOrd="0" destOrd="0" presId="urn:microsoft.com/office/officeart/2008/layout/LinedList"/>
    <dgm:cxn modelId="{7D1A25DA-50DC-46F2-843F-A6FCDF251C69}" type="presParOf" srcId="{77B35FB9-D07D-4EA9-AB54-DB9C8ADB47EC}" destId="{8F16DF78-11AE-4F7E-B934-7CDFE8D9E7C2}" srcOrd="1" destOrd="0" presId="urn:microsoft.com/office/officeart/2008/layout/LinedList"/>
    <dgm:cxn modelId="{5D18380C-B5AE-480D-90DB-55260990A190}" type="presParOf" srcId="{AF17C10C-84CD-4A61-9ED2-BB118724EFC0}" destId="{07EBC65D-9EBC-42B4-8439-67B7A39448DC}" srcOrd="2" destOrd="0" presId="urn:microsoft.com/office/officeart/2008/layout/LinedList"/>
    <dgm:cxn modelId="{D70651AD-4930-431C-9B93-52B37A333649}" type="presParOf" srcId="{AF17C10C-84CD-4A61-9ED2-BB118724EFC0}" destId="{A8A5B3CC-7A88-4B55-BF7E-6389141609AF}" srcOrd="3" destOrd="0" presId="urn:microsoft.com/office/officeart/2008/layout/LinedList"/>
    <dgm:cxn modelId="{23C91997-AB3B-4752-A546-7677C788D929}" type="presParOf" srcId="{A8A5B3CC-7A88-4B55-BF7E-6389141609AF}" destId="{68B01576-7232-4C32-B9CB-4D17D5FE73B1}" srcOrd="0" destOrd="0" presId="urn:microsoft.com/office/officeart/2008/layout/LinedList"/>
    <dgm:cxn modelId="{41ABBB88-A79B-47A1-BAA7-36DA2316A2E1}" type="presParOf" srcId="{A8A5B3CC-7A88-4B55-BF7E-6389141609AF}" destId="{A6F1C725-47D7-4981-AD83-130517AF60A2}" srcOrd="1" destOrd="0" presId="urn:microsoft.com/office/officeart/2008/layout/LinedList"/>
    <dgm:cxn modelId="{AD7B351B-9B91-48CA-9727-C32B2BD6A6C3}" type="presParOf" srcId="{AF17C10C-84CD-4A61-9ED2-BB118724EFC0}" destId="{D4CB85F8-EACB-4893-AD18-55BF93472BE6}" srcOrd="4" destOrd="0" presId="urn:microsoft.com/office/officeart/2008/layout/LinedList"/>
    <dgm:cxn modelId="{4E11C249-66B2-40B8-9DD1-14D2954ED85C}" type="presParOf" srcId="{AF17C10C-84CD-4A61-9ED2-BB118724EFC0}" destId="{D68CC5B0-9502-42E9-B0D7-6E86EAD89098}" srcOrd="5" destOrd="0" presId="urn:microsoft.com/office/officeart/2008/layout/LinedList"/>
    <dgm:cxn modelId="{5301A247-7714-4CCA-BB8C-FDB239795868}" type="presParOf" srcId="{D68CC5B0-9502-42E9-B0D7-6E86EAD89098}" destId="{3E84E0E6-4686-4351-A04B-879C8C0EF1E2}" srcOrd="0" destOrd="0" presId="urn:microsoft.com/office/officeart/2008/layout/LinedList"/>
    <dgm:cxn modelId="{D51D8F07-E5C7-4B69-B0EF-BEFA6BD93049}" type="presParOf" srcId="{D68CC5B0-9502-42E9-B0D7-6E86EAD89098}" destId="{C7F80DC9-8A40-440C-B5B8-944689C3CD84}" srcOrd="1" destOrd="0" presId="urn:microsoft.com/office/officeart/2008/layout/LinedList"/>
    <dgm:cxn modelId="{2C837969-CA3D-46C7-BE64-8EE69083DACF}" type="presParOf" srcId="{AF17C10C-84CD-4A61-9ED2-BB118724EFC0}" destId="{E409912D-3F7A-473F-A9D3-6CA42F3403A1}" srcOrd="6" destOrd="0" presId="urn:microsoft.com/office/officeart/2008/layout/LinedList"/>
    <dgm:cxn modelId="{CCE8A37D-67C5-407C-AD67-FBFD67D4B9FC}" type="presParOf" srcId="{AF17C10C-84CD-4A61-9ED2-BB118724EFC0}" destId="{EF287DA0-4BE0-4727-A961-88272E7CCEE1}" srcOrd="7" destOrd="0" presId="urn:microsoft.com/office/officeart/2008/layout/LinedList"/>
    <dgm:cxn modelId="{8BD539EE-7D85-4A14-AEEC-9C87895F5EB9}" type="presParOf" srcId="{EF287DA0-4BE0-4727-A961-88272E7CCEE1}" destId="{7D8DFF6E-F5A6-43F4-870A-1B72B51B73E2}" srcOrd="0" destOrd="0" presId="urn:microsoft.com/office/officeart/2008/layout/LinedList"/>
    <dgm:cxn modelId="{3636BA29-A419-4B5E-B012-32961161645B}" type="presParOf" srcId="{EF287DA0-4BE0-4727-A961-88272E7CCEE1}" destId="{00206D90-5A51-4665-A9CE-0425774028C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6F78167-27BC-4589-B3CF-1A2D44B1470A}" type="doc">
      <dgm:prSet loTypeId="urn:microsoft.com/office/officeart/2005/8/layout/process4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654CEB2D-907F-4375-A770-5528F7F427F3}">
      <dgm:prSet phldrT="[Texto]" custT="1"/>
      <dgm:spPr/>
      <dgm:t>
        <a:bodyPr/>
        <a:lstStyle/>
        <a:p>
          <a:r>
            <a:rPr lang="es-ES" sz="2400" dirty="0" smtClean="0"/>
            <a:t>CNSPD - Formación continua - SEP</a:t>
          </a:r>
          <a:endParaRPr lang="es-ES" sz="2400" dirty="0"/>
        </a:p>
      </dgm:t>
    </dgm:pt>
    <dgm:pt modelId="{DBC75E72-9E6D-45A4-89C9-D0AF2927E408}" type="parTrans" cxnId="{A105F3FF-BAE9-4CF3-88C1-F50B86FB9667}">
      <dgm:prSet/>
      <dgm:spPr/>
      <dgm:t>
        <a:bodyPr/>
        <a:lstStyle/>
        <a:p>
          <a:endParaRPr lang="es-ES" sz="2400"/>
        </a:p>
      </dgm:t>
    </dgm:pt>
    <dgm:pt modelId="{F98B9A19-3413-4500-B498-419464FB25A9}" type="sibTrans" cxnId="{A105F3FF-BAE9-4CF3-88C1-F50B86FB9667}">
      <dgm:prSet/>
      <dgm:spPr/>
      <dgm:t>
        <a:bodyPr/>
        <a:lstStyle/>
        <a:p>
          <a:endParaRPr lang="es-ES" sz="2400"/>
        </a:p>
      </dgm:t>
    </dgm:pt>
    <dgm:pt modelId="{76B051C2-C7DB-436D-B296-6D31F696726B}">
      <dgm:prSet phldrT="[Texto]" custT="1"/>
      <dgm:spPr/>
      <dgm:t>
        <a:bodyPr/>
        <a:lstStyle/>
        <a:p>
          <a:r>
            <a:rPr lang="es-ES" sz="2400" dirty="0" smtClean="0"/>
            <a:t>03 de abril</a:t>
          </a:r>
          <a:endParaRPr lang="es-ES" sz="2400" dirty="0"/>
        </a:p>
      </dgm:t>
    </dgm:pt>
    <dgm:pt modelId="{5D304310-5C52-4FD3-9BA8-382FEEE5085E}" type="parTrans" cxnId="{6D11C48D-8B66-4385-9BD3-27A8C5CF2E0E}">
      <dgm:prSet/>
      <dgm:spPr/>
      <dgm:t>
        <a:bodyPr/>
        <a:lstStyle/>
        <a:p>
          <a:endParaRPr lang="es-ES" sz="2400"/>
        </a:p>
      </dgm:t>
    </dgm:pt>
    <dgm:pt modelId="{1B59E657-8A2B-413D-9981-9CFA9296AB40}" type="sibTrans" cxnId="{6D11C48D-8B66-4385-9BD3-27A8C5CF2E0E}">
      <dgm:prSet/>
      <dgm:spPr/>
      <dgm:t>
        <a:bodyPr/>
        <a:lstStyle/>
        <a:p>
          <a:endParaRPr lang="es-ES" sz="2400"/>
        </a:p>
      </dgm:t>
    </dgm:pt>
    <dgm:pt modelId="{ACE3DBC6-B61A-463D-B9E2-82916849ABE8}">
      <dgm:prSet phldrT="[Texto]" custT="1"/>
      <dgm:spPr/>
      <dgm:t>
        <a:bodyPr/>
        <a:lstStyle/>
        <a:p>
          <a:r>
            <a:rPr lang="es-ES" sz="2400" dirty="0" smtClean="0"/>
            <a:t>CONTE</a:t>
          </a:r>
          <a:endParaRPr lang="es-ES" sz="2400" dirty="0"/>
        </a:p>
      </dgm:t>
    </dgm:pt>
    <dgm:pt modelId="{A2312992-A60B-46A4-8FD9-231439FB3B99}" type="parTrans" cxnId="{CAFE5839-6756-40B1-BFE6-99DE8741DAF8}">
      <dgm:prSet/>
      <dgm:spPr/>
      <dgm:t>
        <a:bodyPr/>
        <a:lstStyle/>
        <a:p>
          <a:endParaRPr lang="es-ES" sz="2400"/>
        </a:p>
      </dgm:t>
    </dgm:pt>
    <dgm:pt modelId="{11830260-C56E-426E-A47E-ED3908EF264C}" type="sibTrans" cxnId="{CAFE5839-6756-40B1-BFE6-99DE8741DAF8}">
      <dgm:prSet/>
      <dgm:spPr/>
      <dgm:t>
        <a:bodyPr/>
        <a:lstStyle/>
        <a:p>
          <a:endParaRPr lang="es-ES" sz="2400"/>
        </a:p>
      </dgm:t>
    </dgm:pt>
    <dgm:pt modelId="{DF6CFA5D-FB29-48DD-B070-517F682EED29}">
      <dgm:prSet phldrT="[Texto]" custT="1"/>
      <dgm:spPr/>
      <dgm:t>
        <a:bodyPr/>
        <a:lstStyle/>
        <a:p>
          <a:r>
            <a:rPr lang="es-ES" sz="2400" dirty="0" smtClean="0"/>
            <a:t>16 de abril</a:t>
          </a:r>
          <a:endParaRPr lang="es-ES" sz="2400" dirty="0"/>
        </a:p>
      </dgm:t>
    </dgm:pt>
    <dgm:pt modelId="{7C07771F-399E-4D73-B99C-A63DB14182B0}" type="parTrans" cxnId="{29B72923-C023-4411-8E9C-436644C72245}">
      <dgm:prSet/>
      <dgm:spPr/>
      <dgm:t>
        <a:bodyPr/>
        <a:lstStyle/>
        <a:p>
          <a:endParaRPr lang="es-ES" sz="2400"/>
        </a:p>
      </dgm:t>
    </dgm:pt>
    <dgm:pt modelId="{A8F8F949-BA58-48E6-B615-7AD5049EE989}" type="sibTrans" cxnId="{29B72923-C023-4411-8E9C-436644C72245}">
      <dgm:prSet/>
      <dgm:spPr/>
      <dgm:t>
        <a:bodyPr/>
        <a:lstStyle/>
        <a:p>
          <a:endParaRPr lang="es-ES" sz="2400"/>
        </a:p>
      </dgm:t>
    </dgm:pt>
    <dgm:pt modelId="{BA840218-A6A5-42B7-9EDB-CA64FD4DF776}">
      <dgm:prSet phldrT="[Texto]" custT="1"/>
      <dgm:spPr/>
      <dgm:t>
        <a:bodyPr/>
        <a:lstStyle/>
        <a:p>
          <a:r>
            <a:rPr lang="es-ES" sz="2400" dirty="0" smtClean="0"/>
            <a:t>Especialistas</a:t>
          </a:r>
          <a:endParaRPr lang="es-ES" sz="2400" dirty="0"/>
        </a:p>
      </dgm:t>
    </dgm:pt>
    <dgm:pt modelId="{38276551-36C6-46FF-86EB-1648F865002F}" type="parTrans" cxnId="{CBF580FD-811D-47FE-A4BE-62F192DB18D6}">
      <dgm:prSet/>
      <dgm:spPr/>
      <dgm:t>
        <a:bodyPr/>
        <a:lstStyle/>
        <a:p>
          <a:endParaRPr lang="es-ES" sz="2400"/>
        </a:p>
      </dgm:t>
    </dgm:pt>
    <dgm:pt modelId="{B840EFC1-EF9E-4B18-B94F-3924632D3228}" type="sibTrans" cxnId="{CBF580FD-811D-47FE-A4BE-62F192DB18D6}">
      <dgm:prSet/>
      <dgm:spPr/>
      <dgm:t>
        <a:bodyPr/>
        <a:lstStyle/>
        <a:p>
          <a:endParaRPr lang="es-ES" sz="2400"/>
        </a:p>
      </dgm:t>
    </dgm:pt>
    <dgm:pt modelId="{B49FC4C2-29F6-4B2C-926D-EE26DBB54340}">
      <dgm:prSet phldrT="[Texto]" custT="1"/>
      <dgm:spPr/>
      <dgm:t>
        <a:bodyPr/>
        <a:lstStyle/>
        <a:p>
          <a:r>
            <a:rPr lang="es-ES" sz="2400" dirty="0" smtClean="0"/>
            <a:t>Junta de Gobierno con titulares </a:t>
          </a:r>
          <a:endParaRPr lang="es-ES" sz="2400" dirty="0"/>
        </a:p>
      </dgm:t>
    </dgm:pt>
    <dgm:pt modelId="{D21794FE-5480-4267-B465-D11AE6089A26}" type="parTrans" cxnId="{57669EC5-5500-4C6A-9466-989723985411}">
      <dgm:prSet/>
      <dgm:spPr/>
      <dgm:t>
        <a:bodyPr/>
        <a:lstStyle/>
        <a:p>
          <a:endParaRPr lang="es-ES" sz="2400"/>
        </a:p>
      </dgm:t>
    </dgm:pt>
    <dgm:pt modelId="{91783F97-B25A-4E26-B296-ADF3F66D4A3B}" type="sibTrans" cxnId="{57669EC5-5500-4C6A-9466-989723985411}">
      <dgm:prSet/>
      <dgm:spPr/>
      <dgm:t>
        <a:bodyPr/>
        <a:lstStyle/>
        <a:p>
          <a:endParaRPr lang="es-ES" sz="2400"/>
        </a:p>
      </dgm:t>
    </dgm:pt>
    <dgm:pt modelId="{E36DCD1E-7BD5-4714-A832-4916432FFB9D}">
      <dgm:prSet custT="1"/>
      <dgm:spPr/>
      <dgm:t>
        <a:bodyPr/>
        <a:lstStyle/>
        <a:p>
          <a:r>
            <a:rPr lang="es-ES" sz="2400" dirty="0" smtClean="0"/>
            <a:t>05 y 06 de abril</a:t>
          </a:r>
          <a:endParaRPr lang="es-ES" sz="2400" dirty="0"/>
        </a:p>
      </dgm:t>
    </dgm:pt>
    <dgm:pt modelId="{2D2155D1-3CF7-4980-939C-F8472FE213CC}" type="parTrans" cxnId="{DA280FAC-3726-41CA-934E-09D6AD06808A}">
      <dgm:prSet/>
      <dgm:spPr/>
      <dgm:t>
        <a:bodyPr/>
        <a:lstStyle/>
        <a:p>
          <a:endParaRPr lang="es-ES" sz="2400"/>
        </a:p>
      </dgm:t>
    </dgm:pt>
    <dgm:pt modelId="{564557EA-9A42-4307-919E-789918327E23}" type="sibTrans" cxnId="{DA280FAC-3726-41CA-934E-09D6AD06808A}">
      <dgm:prSet/>
      <dgm:spPr/>
      <dgm:t>
        <a:bodyPr/>
        <a:lstStyle/>
        <a:p>
          <a:endParaRPr lang="es-ES" sz="2400"/>
        </a:p>
      </dgm:t>
    </dgm:pt>
    <dgm:pt modelId="{79E54CA9-A677-4B12-AF97-CE6737683FB1}">
      <dgm:prSet custT="1"/>
      <dgm:spPr/>
      <dgm:t>
        <a:bodyPr/>
        <a:lstStyle/>
        <a:p>
          <a:r>
            <a:rPr lang="es-ES" sz="2400" dirty="0" smtClean="0"/>
            <a:t>11 de abril</a:t>
          </a:r>
          <a:endParaRPr lang="es-ES" sz="2400" dirty="0"/>
        </a:p>
      </dgm:t>
    </dgm:pt>
    <dgm:pt modelId="{0F96C312-AB86-44A3-9757-C32C7A864079}" type="parTrans" cxnId="{5F5EA440-9A22-4D02-AE03-38FD7FDA14B1}">
      <dgm:prSet/>
      <dgm:spPr/>
      <dgm:t>
        <a:bodyPr/>
        <a:lstStyle/>
        <a:p>
          <a:endParaRPr lang="es-ES" sz="2400"/>
        </a:p>
      </dgm:t>
    </dgm:pt>
    <dgm:pt modelId="{985D5E4E-E470-4E26-B4C3-015AFF239E65}" type="sibTrans" cxnId="{5F5EA440-9A22-4D02-AE03-38FD7FDA14B1}">
      <dgm:prSet/>
      <dgm:spPr/>
      <dgm:t>
        <a:bodyPr/>
        <a:lstStyle/>
        <a:p>
          <a:endParaRPr lang="es-ES" sz="2400"/>
        </a:p>
      </dgm:t>
    </dgm:pt>
    <dgm:pt modelId="{7391A594-6F94-428C-AD72-353E2B773A9D}" type="pres">
      <dgm:prSet presAssocID="{66F78167-27BC-4589-B3CF-1A2D44B1470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9CA6E13-128F-40B3-9373-6E311D6BDB10}" type="pres">
      <dgm:prSet presAssocID="{B49FC4C2-29F6-4B2C-926D-EE26DBB54340}" presName="boxAndChildren" presStyleCnt="0"/>
      <dgm:spPr/>
      <dgm:t>
        <a:bodyPr/>
        <a:lstStyle/>
        <a:p>
          <a:endParaRPr lang="es-ES"/>
        </a:p>
      </dgm:t>
    </dgm:pt>
    <dgm:pt modelId="{C9B99677-F406-49C4-A0B2-386DE8593060}" type="pres">
      <dgm:prSet presAssocID="{B49FC4C2-29F6-4B2C-926D-EE26DBB54340}" presName="parentTextBox" presStyleLbl="node1" presStyleIdx="0" presStyleCnt="4"/>
      <dgm:spPr/>
      <dgm:t>
        <a:bodyPr/>
        <a:lstStyle/>
        <a:p>
          <a:endParaRPr lang="es-ES"/>
        </a:p>
      </dgm:t>
    </dgm:pt>
    <dgm:pt modelId="{A5237E4B-D7F1-4548-A7EE-21C3AEC41B64}" type="pres">
      <dgm:prSet presAssocID="{B49FC4C2-29F6-4B2C-926D-EE26DBB54340}" presName="entireBox" presStyleLbl="node1" presStyleIdx="0" presStyleCnt="4"/>
      <dgm:spPr/>
      <dgm:t>
        <a:bodyPr/>
        <a:lstStyle/>
        <a:p>
          <a:endParaRPr lang="es-ES"/>
        </a:p>
      </dgm:t>
    </dgm:pt>
    <dgm:pt modelId="{0104467A-8894-44E7-A134-1F9CD22BE4E5}" type="pres">
      <dgm:prSet presAssocID="{B49FC4C2-29F6-4B2C-926D-EE26DBB54340}" presName="descendantBox" presStyleCnt="0"/>
      <dgm:spPr/>
      <dgm:t>
        <a:bodyPr/>
        <a:lstStyle/>
        <a:p>
          <a:endParaRPr lang="es-ES"/>
        </a:p>
      </dgm:t>
    </dgm:pt>
    <dgm:pt modelId="{C19ED3EC-0C84-4ED9-9334-BE41362E5994}" type="pres">
      <dgm:prSet presAssocID="{DF6CFA5D-FB29-48DD-B070-517F682EED29}" presName="childTextBox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BE927AD-C906-4452-A62E-25EA206BD498}" type="pres">
      <dgm:prSet presAssocID="{B840EFC1-EF9E-4B18-B94F-3924632D3228}" presName="sp" presStyleCnt="0"/>
      <dgm:spPr/>
      <dgm:t>
        <a:bodyPr/>
        <a:lstStyle/>
        <a:p>
          <a:endParaRPr lang="es-ES"/>
        </a:p>
      </dgm:t>
    </dgm:pt>
    <dgm:pt modelId="{0010C9DC-D373-4291-A957-828A93083E6E}" type="pres">
      <dgm:prSet presAssocID="{BA840218-A6A5-42B7-9EDB-CA64FD4DF776}" presName="arrowAndChildren" presStyleCnt="0"/>
      <dgm:spPr/>
      <dgm:t>
        <a:bodyPr/>
        <a:lstStyle/>
        <a:p>
          <a:endParaRPr lang="es-ES"/>
        </a:p>
      </dgm:t>
    </dgm:pt>
    <dgm:pt modelId="{E1EAF168-3143-4D0C-AA31-0C7FD61F6F4F}" type="pres">
      <dgm:prSet presAssocID="{BA840218-A6A5-42B7-9EDB-CA64FD4DF776}" presName="parentTextArrow" presStyleLbl="node1" presStyleIdx="0" presStyleCnt="4"/>
      <dgm:spPr/>
      <dgm:t>
        <a:bodyPr/>
        <a:lstStyle/>
        <a:p>
          <a:endParaRPr lang="es-ES"/>
        </a:p>
      </dgm:t>
    </dgm:pt>
    <dgm:pt modelId="{014BD823-5429-4011-95E4-731F33FA747B}" type="pres">
      <dgm:prSet presAssocID="{BA840218-A6A5-42B7-9EDB-CA64FD4DF776}" presName="arrow" presStyleLbl="node1" presStyleIdx="1" presStyleCnt="4"/>
      <dgm:spPr/>
      <dgm:t>
        <a:bodyPr/>
        <a:lstStyle/>
        <a:p>
          <a:endParaRPr lang="es-ES"/>
        </a:p>
      </dgm:t>
    </dgm:pt>
    <dgm:pt modelId="{54FD978A-AF3C-4020-B40F-61609C101DDA}" type="pres">
      <dgm:prSet presAssocID="{BA840218-A6A5-42B7-9EDB-CA64FD4DF776}" presName="descendantArrow" presStyleCnt="0"/>
      <dgm:spPr/>
      <dgm:t>
        <a:bodyPr/>
        <a:lstStyle/>
        <a:p>
          <a:endParaRPr lang="es-ES"/>
        </a:p>
      </dgm:t>
    </dgm:pt>
    <dgm:pt modelId="{C028EE22-79B4-4E05-A6E5-4194CA84CED1}" type="pres">
      <dgm:prSet presAssocID="{79E54CA9-A677-4B12-AF97-CE6737683FB1}" presName="childTextArrow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A32936A-968F-4596-B995-A74156099E1B}" type="pres">
      <dgm:prSet presAssocID="{11830260-C56E-426E-A47E-ED3908EF264C}" presName="sp" presStyleCnt="0"/>
      <dgm:spPr/>
      <dgm:t>
        <a:bodyPr/>
        <a:lstStyle/>
        <a:p>
          <a:endParaRPr lang="es-ES"/>
        </a:p>
      </dgm:t>
    </dgm:pt>
    <dgm:pt modelId="{E80E8C94-1F36-4EE3-AF07-782659AD0CC8}" type="pres">
      <dgm:prSet presAssocID="{ACE3DBC6-B61A-463D-B9E2-82916849ABE8}" presName="arrowAndChildren" presStyleCnt="0"/>
      <dgm:spPr/>
      <dgm:t>
        <a:bodyPr/>
        <a:lstStyle/>
        <a:p>
          <a:endParaRPr lang="es-ES"/>
        </a:p>
      </dgm:t>
    </dgm:pt>
    <dgm:pt modelId="{E0240A33-92CC-4044-A392-10A0AD31F824}" type="pres">
      <dgm:prSet presAssocID="{ACE3DBC6-B61A-463D-B9E2-82916849ABE8}" presName="parentTextArrow" presStyleLbl="node1" presStyleIdx="1" presStyleCnt="4"/>
      <dgm:spPr/>
      <dgm:t>
        <a:bodyPr/>
        <a:lstStyle/>
        <a:p>
          <a:endParaRPr lang="es-ES"/>
        </a:p>
      </dgm:t>
    </dgm:pt>
    <dgm:pt modelId="{94D05A14-D50E-47A5-B136-01D5F299EBE7}" type="pres">
      <dgm:prSet presAssocID="{ACE3DBC6-B61A-463D-B9E2-82916849ABE8}" presName="arrow" presStyleLbl="node1" presStyleIdx="2" presStyleCnt="4"/>
      <dgm:spPr/>
      <dgm:t>
        <a:bodyPr/>
        <a:lstStyle/>
        <a:p>
          <a:endParaRPr lang="es-ES"/>
        </a:p>
      </dgm:t>
    </dgm:pt>
    <dgm:pt modelId="{4680C423-33A4-41DE-B874-DC4857300B4B}" type="pres">
      <dgm:prSet presAssocID="{ACE3DBC6-B61A-463D-B9E2-82916849ABE8}" presName="descendantArrow" presStyleCnt="0"/>
      <dgm:spPr/>
      <dgm:t>
        <a:bodyPr/>
        <a:lstStyle/>
        <a:p>
          <a:endParaRPr lang="es-ES"/>
        </a:p>
      </dgm:t>
    </dgm:pt>
    <dgm:pt modelId="{5EF0FF7D-4180-48DC-AD6B-06600BB9B2E5}" type="pres">
      <dgm:prSet presAssocID="{E36DCD1E-7BD5-4714-A832-4916432FFB9D}" presName="childTextArrow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615471A-094A-42BB-94C7-9550642E1B41}" type="pres">
      <dgm:prSet presAssocID="{F98B9A19-3413-4500-B498-419464FB25A9}" presName="sp" presStyleCnt="0"/>
      <dgm:spPr/>
      <dgm:t>
        <a:bodyPr/>
        <a:lstStyle/>
        <a:p>
          <a:endParaRPr lang="es-ES"/>
        </a:p>
      </dgm:t>
    </dgm:pt>
    <dgm:pt modelId="{5CBD87BB-DC9A-4A31-802D-BFF07C7FC67E}" type="pres">
      <dgm:prSet presAssocID="{654CEB2D-907F-4375-A770-5528F7F427F3}" presName="arrowAndChildren" presStyleCnt="0"/>
      <dgm:spPr/>
      <dgm:t>
        <a:bodyPr/>
        <a:lstStyle/>
        <a:p>
          <a:endParaRPr lang="es-ES"/>
        </a:p>
      </dgm:t>
    </dgm:pt>
    <dgm:pt modelId="{168FF2C0-5DEB-4B6E-BDA3-6304E328E2C4}" type="pres">
      <dgm:prSet presAssocID="{654CEB2D-907F-4375-A770-5528F7F427F3}" presName="parentTextArrow" presStyleLbl="node1" presStyleIdx="2" presStyleCnt="4"/>
      <dgm:spPr/>
      <dgm:t>
        <a:bodyPr/>
        <a:lstStyle/>
        <a:p>
          <a:endParaRPr lang="es-ES"/>
        </a:p>
      </dgm:t>
    </dgm:pt>
    <dgm:pt modelId="{324C606F-CAE0-4A2C-8AF0-1713B1458B27}" type="pres">
      <dgm:prSet presAssocID="{654CEB2D-907F-4375-A770-5528F7F427F3}" presName="arrow" presStyleLbl="node1" presStyleIdx="3" presStyleCnt="4" custLinFactNeighborY="-725"/>
      <dgm:spPr/>
      <dgm:t>
        <a:bodyPr/>
        <a:lstStyle/>
        <a:p>
          <a:endParaRPr lang="es-ES"/>
        </a:p>
      </dgm:t>
    </dgm:pt>
    <dgm:pt modelId="{EA44ACEE-3687-4CCE-84FC-60CE40F82346}" type="pres">
      <dgm:prSet presAssocID="{654CEB2D-907F-4375-A770-5528F7F427F3}" presName="descendantArrow" presStyleCnt="0"/>
      <dgm:spPr/>
      <dgm:t>
        <a:bodyPr/>
        <a:lstStyle/>
        <a:p>
          <a:endParaRPr lang="es-ES"/>
        </a:p>
      </dgm:t>
    </dgm:pt>
    <dgm:pt modelId="{72713370-E1FF-496E-8846-4CD2EA416B9E}" type="pres">
      <dgm:prSet presAssocID="{76B051C2-C7DB-436D-B296-6D31F696726B}" presName="childTextArrow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A105F3FF-BAE9-4CF3-88C1-F50B86FB9667}" srcId="{66F78167-27BC-4589-B3CF-1A2D44B1470A}" destId="{654CEB2D-907F-4375-A770-5528F7F427F3}" srcOrd="0" destOrd="0" parTransId="{DBC75E72-9E6D-45A4-89C9-D0AF2927E408}" sibTransId="{F98B9A19-3413-4500-B498-419464FB25A9}"/>
    <dgm:cxn modelId="{C2459AAD-E625-43A1-BFE9-1BB671E61322}" type="presOf" srcId="{B49FC4C2-29F6-4B2C-926D-EE26DBB54340}" destId="{C9B99677-F406-49C4-A0B2-386DE8593060}" srcOrd="0" destOrd="0" presId="urn:microsoft.com/office/officeart/2005/8/layout/process4"/>
    <dgm:cxn modelId="{487DDA5B-A175-48D5-8ED2-9247361975F8}" type="presOf" srcId="{66F78167-27BC-4589-B3CF-1A2D44B1470A}" destId="{7391A594-6F94-428C-AD72-353E2B773A9D}" srcOrd="0" destOrd="0" presId="urn:microsoft.com/office/officeart/2005/8/layout/process4"/>
    <dgm:cxn modelId="{C703F6BF-89E3-4AC1-B95A-1C446A131462}" type="presOf" srcId="{76B051C2-C7DB-436D-B296-6D31F696726B}" destId="{72713370-E1FF-496E-8846-4CD2EA416B9E}" srcOrd="0" destOrd="0" presId="urn:microsoft.com/office/officeart/2005/8/layout/process4"/>
    <dgm:cxn modelId="{CAFE5839-6756-40B1-BFE6-99DE8741DAF8}" srcId="{66F78167-27BC-4589-B3CF-1A2D44B1470A}" destId="{ACE3DBC6-B61A-463D-B9E2-82916849ABE8}" srcOrd="1" destOrd="0" parTransId="{A2312992-A60B-46A4-8FD9-231439FB3B99}" sibTransId="{11830260-C56E-426E-A47E-ED3908EF264C}"/>
    <dgm:cxn modelId="{29B72923-C023-4411-8E9C-436644C72245}" srcId="{B49FC4C2-29F6-4B2C-926D-EE26DBB54340}" destId="{DF6CFA5D-FB29-48DD-B070-517F682EED29}" srcOrd="0" destOrd="0" parTransId="{7C07771F-399E-4D73-B99C-A63DB14182B0}" sibTransId="{A8F8F949-BA58-48E6-B615-7AD5049EE989}"/>
    <dgm:cxn modelId="{8F3C456F-F1CC-4A44-AF3C-EC862F9A78C4}" type="presOf" srcId="{ACE3DBC6-B61A-463D-B9E2-82916849ABE8}" destId="{E0240A33-92CC-4044-A392-10A0AD31F824}" srcOrd="0" destOrd="0" presId="urn:microsoft.com/office/officeart/2005/8/layout/process4"/>
    <dgm:cxn modelId="{EF4090F1-C8AE-410C-82FD-634ACF905DC5}" type="presOf" srcId="{BA840218-A6A5-42B7-9EDB-CA64FD4DF776}" destId="{014BD823-5429-4011-95E4-731F33FA747B}" srcOrd="1" destOrd="0" presId="urn:microsoft.com/office/officeart/2005/8/layout/process4"/>
    <dgm:cxn modelId="{2852B4C6-C6D7-4EB9-AAB1-4F22003B8794}" type="presOf" srcId="{DF6CFA5D-FB29-48DD-B070-517F682EED29}" destId="{C19ED3EC-0C84-4ED9-9334-BE41362E5994}" srcOrd="0" destOrd="0" presId="urn:microsoft.com/office/officeart/2005/8/layout/process4"/>
    <dgm:cxn modelId="{5152F58C-5371-4A92-9DA0-9FE93B1625F4}" type="presOf" srcId="{B49FC4C2-29F6-4B2C-926D-EE26DBB54340}" destId="{A5237E4B-D7F1-4548-A7EE-21C3AEC41B64}" srcOrd="1" destOrd="0" presId="urn:microsoft.com/office/officeart/2005/8/layout/process4"/>
    <dgm:cxn modelId="{DA280FAC-3726-41CA-934E-09D6AD06808A}" srcId="{ACE3DBC6-B61A-463D-B9E2-82916849ABE8}" destId="{E36DCD1E-7BD5-4714-A832-4916432FFB9D}" srcOrd="0" destOrd="0" parTransId="{2D2155D1-3CF7-4980-939C-F8472FE213CC}" sibTransId="{564557EA-9A42-4307-919E-789918327E23}"/>
    <dgm:cxn modelId="{6D11C48D-8B66-4385-9BD3-27A8C5CF2E0E}" srcId="{654CEB2D-907F-4375-A770-5528F7F427F3}" destId="{76B051C2-C7DB-436D-B296-6D31F696726B}" srcOrd="0" destOrd="0" parTransId="{5D304310-5C52-4FD3-9BA8-382FEEE5085E}" sibTransId="{1B59E657-8A2B-413D-9981-9CFA9296AB40}"/>
    <dgm:cxn modelId="{57669EC5-5500-4C6A-9466-989723985411}" srcId="{66F78167-27BC-4589-B3CF-1A2D44B1470A}" destId="{B49FC4C2-29F6-4B2C-926D-EE26DBB54340}" srcOrd="3" destOrd="0" parTransId="{D21794FE-5480-4267-B465-D11AE6089A26}" sibTransId="{91783F97-B25A-4E26-B296-ADF3F66D4A3B}"/>
    <dgm:cxn modelId="{4A61046D-5C80-464F-885D-4487DA155130}" type="presOf" srcId="{BA840218-A6A5-42B7-9EDB-CA64FD4DF776}" destId="{E1EAF168-3143-4D0C-AA31-0C7FD61F6F4F}" srcOrd="0" destOrd="0" presId="urn:microsoft.com/office/officeart/2005/8/layout/process4"/>
    <dgm:cxn modelId="{D71A2B36-9E62-47B2-A469-40119AFD20A4}" type="presOf" srcId="{654CEB2D-907F-4375-A770-5528F7F427F3}" destId="{324C606F-CAE0-4A2C-8AF0-1713B1458B27}" srcOrd="1" destOrd="0" presId="urn:microsoft.com/office/officeart/2005/8/layout/process4"/>
    <dgm:cxn modelId="{FBEBE486-41D0-4AC8-8962-FA53C99B7A0B}" type="presOf" srcId="{654CEB2D-907F-4375-A770-5528F7F427F3}" destId="{168FF2C0-5DEB-4B6E-BDA3-6304E328E2C4}" srcOrd="0" destOrd="0" presId="urn:microsoft.com/office/officeart/2005/8/layout/process4"/>
    <dgm:cxn modelId="{4C440017-0A4C-477E-8989-64EF403821FE}" type="presOf" srcId="{E36DCD1E-7BD5-4714-A832-4916432FFB9D}" destId="{5EF0FF7D-4180-48DC-AD6B-06600BB9B2E5}" srcOrd="0" destOrd="0" presId="urn:microsoft.com/office/officeart/2005/8/layout/process4"/>
    <dgm:cxn modelId="{1C1708E3-BDAD-46C1-9E35-E8361E05794F}" type="presOf" srcId="{79E54CA9-A677-4B12-AF97-CE6737683FB1}" destId="{C028EE22-79B4-4E05-A6E5-4194CA84CED1}" srcOrd="0" destOrd="0" presId="urn:microsoft.com/office/officeart/2005/8/layout/process4"/>
    <dgm:cxn modelId="{5F5EA440-9A22-4D02-AE03-38FD7FDA14B1}" srcId="{BA840218-A6A5-42B7-9EDB-CA64FD4DF776}" destId="{79E54CA9-A677-4B12-AF97-CE6737683FB1}" srcOrd="0" destOrd="0" parTransId="{0F96C312-AB86-44A3-9757-C32C7A864079}" sibTransId="{985D5E4E-E470-4E26-B4C3-015AFF239E65}"/>
    <dgm:cxn modelId="{0EC24825-D806-4828-9A46-F5D51576AC61}" type="presOf" srcId="{ACE3DBC6-B61A-463D-B9E2-82916849ABE8}" destId="{94D05A14-D50E-47A5-B136-01D5F299EBE7}" srcOrd="1" destOrd="0" presId="urn:microsoft.com/office/officeart/2005/8/layout/process4"/>
    <dgm:cxn modelId="{CBF580FD-811D-47FE-A4BE-62F192DB18D6}" srcId="{66F78167-27BC-4589-B3CF-1A2D44B1470A}" destId="{BA840218-A6A5-42B7-9EDB-CA64FD4DF776}" srcOrd="2" destOrd="0" parTransId="{38276551-36C6-46FF-86EB-1648F865002F}" sibTransId="{B840EFC1-EF9E-4B18-B94F-3924632D3228}"/>
    <dgm:cxn modelId="{0A583FBD-9752-44DB-80A1-ADB24BAD1AE4}" type="presParOf" srcId="{7391A594-6F94-428C-AD72-353E2B773A9D}" destId="{59CA6E13-128F-40B3-9373-6E311D6BDB10}" srcOrd="0" destOrd="0" presId="urn:microsoft.com/office/officeart/2005/8/layout/process4"/>
    <dgm:cxn modelId="{2C9439A2-75DE-4858-8400-0024B469A35C}" type="presParOf" srcId="{59CA6E13-128F-40B3-9373-6E311D6BDB10}" destId="{C9B99677-F406-49C4-A0B2-386DE8593060}" srcOrd="0" destOrd="0" presId="urn:microsoft.com/office/officeart/2005/8/layout/process4"/>
    <dgm:cxn modelId="{FAAABEF5-4A51-45C6-B8A4-F9BD4B67D34A}" type="presParOf" srcId="{59CA6E13-128F-40B3-9373-6E311D6BDB10}" destId="{A5237E4B-D7F1-4548-A7EE-21C3AEC41B64}" srcOrd="1" destOrd="0" presId="urn:microsoft.com/office/officeart/2005/8/layout/process4"/>
    <dgm:cxn modelId="{A70FE63D-5F2B-4942-B803-AA173917D5B8}" type="presParOf" srcId="{59CA6E13-128F-40B3-9373-6E311D6BDB10}" destId="{0104467A-8894-44E7-A134-1F9CD22BE4E5}" srcOrd="2" destOrd="0" presId="urn:microsoft.com/office/officeart/2005/8/layout/process4"/>
    <dgm:cxn modelId="{20B51854-2EDF-4507-99C6-259DA06A0311}" type="presParOf" srcId="{0104467A-8894-44E7-A134-1F9CD22BE4E5}" destId="{C19ED3EC-0C84-4ED9-9334-BE41362E5994}" srcOrd="0" destOrd="0" presId="urn:microsoft.com/office/officeart/2005/8/layout/process4"/>
    <dgm:cxn modelId="{4176EC42-22D4-4B96-9610-A6940CB51C90}" type="presParOf" srcId="{7391A594-6F94-428C-AD72-353E2B773A9D}" destId="{EBE927AD-C906-4452-A62E-25EA206BD498}" srcOrd="1" destOrd="0" presId="urn:microsoft.com/office/officeart/2005/8/layout/process4"/>
    <dgm:cxn modelId="{7CBE5E92-4682-4E94-A781-3E62D90ADF56}" type="presParOf" srcId="{7391A594-6F94-428C-AD72-353E2B773A9D}" destId="{0010C9DC-D373-4291-A957-828A93083E6E}" srcOrd="2" destOrd="0" presId="urn:microsoft.com/office/officeart/2005/8/layout/process4"/>
    <dgm:cxn modelId="{1B7A2FE1-E5A7-42A0-816E-D63BB218D437}" type="presParOf" srcId="{0010C9DC-D373-4291-A957-828A93083E6E}" destId="{E1EAF168-3143-4D0C-AA31-0C7FD61F6F4F}" srcOrd="0" destOrd="0" presId="urn:microsoft.com/office/officeart/2005/8/layout/process4"/>
    <dgm:cxn modelId="{54D71F93-DF1A-417B-97E7-3C8269ED82AB}" type="presParOf" srcId="{0010C9DC-D373-4291-A957-828A93083E6E}" destId="{014BD823-5429-4011-95E4-731F33FA747B}" srcOrd="1" destOrd="0" presId="urn:microsoft.com/office/officeart/2005/8/layout/process4"/>
    <dgm:cxn modelId="{39931F27-AE37-48FF-8741-EE599BBA3A30}" type="presParOf" srcId="{0010C9DC-D373-4291-A957-828A93083E6E}" destId="{54FD978A-AF3C-4020-B40F-61609C101DDA}" srcOrd="2" destOrd="0" presId="urn:microsoft.com/office/officeart/2005/8/layout/process4"/>
    <dgm:cxn modelId="{3782C5B0-6CF2-4B68-B377-78E008DB63C3}" type="presParOf" srcId="{54FD978A-AF3C-4020-B40F-61609C101DDA}" destId="{C028EE22-79B4-4E05-A6E5-4194CA84CED1}" srcOrd="0" destOrd="0" presId="urn:microsoft.com/office/officeart/2005/8/layout/process4"/>
    <dgm:cxn modelId="{585A8CDA-6ED0-4057-B0A3-3DF4E7DC33D3}" type="presParOf" srcId="{7391A594-6F94-428C-AD72-353E2B773A9D}" destId="{3A32936A-968F-4596-B995-A74156099E1B}" srcOrd="3" destOrd="0" presId="urn:microsoft.com/office/officeart/2005/8/layout/process4"/>
    <dgm:cxn modelId="{038EE16B-AF46-4C2A-8EE2-921F709E6AB7}" type="presParOf" srcId="{7391A594-6F94-428C-AD72-353E2B773A9D}" destId="{E80E8C94-1F36-4EE3-AF07-782659AD0CC8}" srcOrd="4" destOrd="0" presId="urn:microsoft.com/office/officeart/2005/8/layout/process4"/>
    <dgm:cxn modelId="{C4C82D49-9B5D-4D82-BC6E-4594E230A84E}" type="presParOf" srcId="{E80E8C94-1F36-4EE3-AF07-782659AD0CC8}" destId="{E0240A33-92CC-4044-A392-10A0AD31F824}" srcOrd="0" destOrd="0" presId="urn:microsoft.com/office/officeart/2005/8/layout/process4"/>
    <dgm:cxn modelId="{29523C6A-CC04-44AD-AD22-6FE1ACBB06BC}" type="presParOf" srcId="{E80E8C94-1F36-4EE3-AF07-782659AD0CC8}" destId="{94D05A14-D50E-47A5-B136-01D5F299EBE7}" srcOrd="1" destOrd="0" presId="urn:microsoft.com/office/officeart/2005/8/layout/process4"/>
    <dgm:cxn modelId="{C170F7E8-F9E3-49E6-B1CF-326A89B15A68}" type="presParOf" srcId="{E80E8C94-1F36-4EE3-AF07-782659AD0CC8}" destId="{4680C423-33A4-41DE-B874-DC4857300B4B}" srcOrd="2" destOrd="0" presId="urn:microsoft.com/office/officeart/2005/8/layout/process4"/>
    <dgm:cxn modelId="{0EBC67C4-0A49-47DD-94CA-273442ACD68C}" type="presParOf" srcId="{4680C423-33A4-41DE-B874-DC4857300B4B}" destId="{5EF0FF7D-4180-48DC-AD6B-06600BB9B2E5}" srcOrd="0" destOrd="0" presId="urn:microsoft.com/office/officeart/2005/8/layout/process4"/>
    <dgm:cxn modelId="{DB7C7A80-9DD2-4141-BB39-F71586A200BA}" type="presParOf" srcId="{7391A594-6F94-428C-AD72-353E2B773A9D}" destId="{6615471A-094A-42BB-94C7-9550642E1B41}" srcOrd="5" destOrd="0" presId="urn:microsoft.com/office/officeart/2005/8/layout/process4"/>
    <dgm:cxn modelId="{3A0DD0FC-11FA-44F6-9A56-12F12D8DCDB0}" type="presParOf" srcId="{7391A594-6F94-428C-AD72-353E2B773A9D}" destId="{5CBD87BB-DC9A-4A31-802D-BFF07C7FC67E}" srcOrd="6" destOrd="0" presId="urn:microsoft.com/office/officeart/2005/8/layout/process4"/>
    <dgm:cxn modelId="{9C67C81E-E634-4A4C-9A50-46342D2F46B1}" type="presParOf" srcId="{5CBD87BB-DC9A-4A31-802D-BFF07C7FC67E}" destId="{168FF2C0-5DEB-4B6E-BDA3-6304E328E2C4}" srcOrd="0" destOrd="0" presId="urn:microsoft.com/office/officeart/2005/8/layout/process4"/>
    <dgm:cxn modelId="{7979589D-63B1-468B-858C-49652CE9007D}" type="presParOf" srcId="{5CBD87BB-DC9A-4A31-802D-BFF07C7FC67E}" destId="{324C606F-CAE0-4A2C-8AF0-1713B1458B27}" srcOrd="1" destOrd="0" presId="urn:microsoft.com/office/officeart/2005/8/layout/process4"/>
    <dgm:cxn modelId="{1CBEC739-67F2-4342-B737-6FE7828AC3BB}" type="presParOf" srcId="{5CBD87BB-DC9A-4A31-802D-BFF07C7FC67E}" destId="{EA44ACEE-3687-4CCE-84FC-60CE40F82346}" srcOrd="2" destOrd="0" presId="urn:microsoft.com/office/officeart/2005/8/layout/process4"/>
    <dgm:cxn modelId="{D24F9954-5429-419C-B82E-D52D8DFAD33D}" type="presParOf" srcId="{EA44ACEE-3687-4CCE-84FC-60CE40F82346}" destId="{72713370-E1FF-496E-8846-4CD2EA416B9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36A8C-3A37-4B07-9703-CEE6A1BE072D}">
      <dsp:nvSpPr>
        <dsp:cNvPr id="0" name=""/>
        <dsp:cNvSpPr/>
      </dsp:nvSpPr>
      <dsp:spPr>
        <a:xfrm>
          <a:off x="0" y="0"/>
          <a:ext cx="10805160" cy="4351338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dirty="0" smtClean="0"/>
            <a:t>Se mantiene el desarrollo de un diagnóstico con las características del modelo actual, pero adicionalmente se sugiere incluir los siguientes aspectos:</a:t>
          </a:r>
          <a:endParaRPr lang="es-MX" sz="2600" kern="1200" dirty="0"/>
        </a:p>
      </dsp:txBody>
      <dsp:txXfrm>
        <a:off x="0" y="0"/>
        <a:ext cx="10805160" cy="1305401"/>
      </dsp:txXfrm>
    </dsp:sp>
    <dsp:sp modelId="{A2475B99-7F85-4140-92CC-43B664A755C2}">
      <dsp:nvSpPr>
        <dsp:cNvPr id="0" name=""/>
        <dsp:cNvSpPr/>
      </dsp:nvSpPr>
      <dsp:spPr>
        <a:xfrm>
          <a:off x="1080515" y="1306224"/>
          <a:ext cx="8644128" cy="5033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smtClean="0"/>
            <a:t>Número de grupos en la escuela</a:t>
          </a:r>
          <a:endParaRPr lang="es-MX" sz="2600" kern="1200"/>
        </a:p>
      </dsp:txBody>
      <dsp:txXfrm>
        <a:off x="1095259" y="1320968"/>
        <a:ext cx="8614640" cy="473901"/>
      </dsp:txXfrm>
    </dsp:sp>
    <dsp:sp modelId="{28B63619-DC55-407D-8FB4-0855C0BB6142}">
      <dsp:nvSpPr>
        <dsp:cNvPr id="0" name=""/>
        <dsp:cNvSpPr/>
      </dsp:nvSpPr>
      <dsp:spPr>
        <a:xfrm>
          <a:off x="1080515" y="1887058"/>
          <a:ext cx="8644128" cy="5033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2598923"/>
                <a:satOff val="-11992"/>
                <a:lumOff val="44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2598923"/>
                <a:satOff val="-11992"/>
                <a:lumOff val="44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2598923"/>
                <a:satOff val="-11992"/>
                <a:lumOff val="44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smtClean="0"/>
            <a:t>Grados que atiende en su aula</a:t>
          </a:r>
          <a:endParaRPr lang="es-MX" sz="2600" kern="1200"/>
        </a:p>
      </dsp:txBody>
      <dsp:txXfrm>
        <a:off x="1095259" y="1901802"/>
        <a:ext cx="8614640" cy="473901"/>
      </dsp:txXfrm>
    </dsp:sp>
    <dsp:sp modelId="{17ECF5B6-C398-48E4-AC85-1AFDB9BC1095}">
      <dsp:nvSpPr>
        <dsp:cNvPr id="0" name=""/>
        <dsp:cNvSpPr/>
      </dsp:nvSpPr>
      <dsp:spPr>
        <a:xfrm>
          <a:off x="1080515" y="2467891"/>
          <a:ext cx="8644128" cy="5033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smtClean="0"/>
            <a:t>Organización escolar  (unidocente, bidocente, tridocente)</a:t>
          </a:r>
          <a:endParaRPr lang="es-MX" sz="2600" kern="1200"/>
        </a:p>
      </dsp:txBody>
      <dsp:txXfrm>
        <a:off x="1095259" y="2482635"/>
        <a:ext cx="8614640" cy="473901"/>
      </dsp:txXfrm>
    </dsp:sp>
    <dsp:sp modelId="{D5B4BB70-27D6-4AAA-A8CC-E8B5EC00F734}">
      <dsp:nvSpPr>
        <dsp:cNvPr id="0" name=""/>
        <dsp:cNvSpPr/>
      </dsp:nvSpPr>
      <dsp:spPr>
        <a:xfrm>
          <a:off x="1080515" y="3048725"/>
          <a:ext cx="8644128" cy="5033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7796769"/>
                <a:satOff val="-35976"/>
                <a:lumOff val="132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7796769"/>
                <a:satOff val="-35976"/>
                <a:lumOff val="132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7796769"/>
                <a:satOff val="-35976"/>
                <a:lumOff val="132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smtClean="0"/>
            <a:t>Referir si realiza doble función</a:t>
          </a:r>
          <a:endParaRPr lang="es-MX" sz="2600" kern="1200"/>
        </a:p>
      </dsp:txBody>
      <dsp:txXfrm>
        <a:off x="1095259" y="3063469"/>
        <a:ext cx="8614640" cy="473901"/>
      </dsp:txXfrm>
    </dsp:sp>
    <dsp:sp modelId="{43E3B37E-B1E7-4586-AED2-26485BA32AD1}">
      <dsp:nvSpPr>
        <dsp:cNvPr id="0" name=""/>
        <dsp:cNvSpPr/>
      </dsp:nvSpPr>
      <dsp:spPr>
        <a:xfrm>
          <a:off x="1080515" y="3629558"/>
          <a:ext cx="8644128" cy="5033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smtClean="0"/>
            <a:t>Lenguas que hablan los alumnos (monolingües o multilingües)</a:t>
          </a:r>
          <a:endParaRPr lang="es-MX" sz="2600" kern="1200"/>
        </a:p>
      </dsp:txBody>
      <dsp:txXfrm>
        <a:off x="1095259" y="3644302"/>
        <a:ext cx="8614640" cy="4739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1D39F-3C99-4F88-861B-918B8FA83ED5}">
      <dsp:nvSpPr>
        <dsp:cNvPr id="0" name=""/>
        <dsp:cNvSpPr/>
      </dsp:nvSpPr>
      <dsp:spPr>
        <a:xfrm>
          <a:off x="0" y="2437"/>
          <a:ext cx="930325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F23E17-EEB4-4C8D-92A3-4FE5BDBCE3EF}">
      <dsp:nvSpPr>
        <dsp:cNvPr id="0" name=""/>
        <dsp:cNvSpPr/>
      </dsp:nvSpPr>
      <dsp:spPr>
        <a:xfrm>
          <a:off x="0" y="2437"/>
          <a:ext cx="9303256" cy="1662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kern="1200" smtClean="0"/>
            <a:t>En el Proyecto de enseñanza, se recomienda que la elaboración de la planeación didáctica, sea flexible en virtud de la heterogeneidad de las prácticas en estos tipos de servicios.  </a:t>
          </a:r>
          <a:endParaRPr lang="es-MX" sz="2100" kern="1200"/>
        </a:p>
      </dsp:txBody>
      <dsp:txXfrm>
        <a:off x="0" y="2437"/>
        <a:ext cx="9303256" cy="1662707"/>
      </dsp:txXfrm>
    </dsp:sp>
    <dsp:sp modelId="{D38F8B9A-2BFA-4EBF-9381-A4FC1D784CA3}">
      <dsp:nvSpPr>
        <dsp:cNvPr id="0" name=""/>
        <dsp:cNvSpPr/>
      </dsp:nvSpPr>
      <dsp:spPr>
        <a:xfrm>
          <a:off x="0" y="1226057"/>
          <a:ext cx="9303256" cy="0"/>
        </a:xfrm>
        <a:prstGeom prst="line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A01AD-7617-4500-B452-862310B80D24}">
      <dsp:nvSpPr>
        <dsp:cNvPr id="0" name=""/>
        <dsp:cNvSpPr/>
      </dsp:nvSpPr>
      <dsp:spPr>
        <a:xfrm>
          <a:off x="0" y="1502516"/>
          <a:ext cx="9303256" cy="1662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kern="1200" dirty="0" smtClean="0"/>
            <a:t>Se sugiere que las tareas evaluativas aludan al proceso de elaboración de la misma, por ejemplo los criterios con el que desarrolló su planeación:  Por tema común, por proyecto, por resultados de aprendizaje, de acuerdo a la parrilla semanal, etc.; el tipo de decisiones tomadas; los materiales y otros elementos utilizados. </a:t>
          </a:r>
          <a:endParaRPr lang="es-MX" sz="2100" kern="1200" dirty="0"/>
        </a:p>
      </dsp:txBody>
      <dsp:txXfrm>
        <a:off x="0" y="1502516"/>
        <a:ext cx="9303256" cy="1662707"/>
      </dsp:txXfrm>
    </dsp:sp>
    <dsp:sp modelId="{9E580E28-5CF9-4462-9236-F0CD300F9691}">
      <dsp:nvSpPr>
        <dsp:cNvPr id="0" name=""/>
        <dsp:cNvSpPr/>
      </dsp:nvSpPr>
      <dsp:spPr>
        <a:xfrm>
          <a:off x="0" y="3327853"/>
          <a:ext cx="9303256" cy="0"/>
        </a:xfrm>
        <a:prstGeom prst="line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A39E6-C6B1-4B5F-A5AA-22B5A60FD0CA}">
      <dsp:nvSpPr>
        <dsp:cNvPr id="0" name=""/>
        <dsp:cNvSpPr/>
      </dsp:nvSpPr>
      <dsp:spPr>
        <a:xfrm>
          <a:off x="0" y="3327853"/>
          <a:ext cx="9303256" cy="1662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100" kern="1200" dirty="0" smtClean="0"/>
            <a:t>Por las características del trabajo docente en Educación indígena y multigrado, se propone que el proyecto de enseñanza se desarrolle en un periodo de 1 a 3 días de clase, contemplando la jornada completa del día, a diferencia de los proyectos de escuelas generales, en el que se solicitan secuencias didácticas de 3 a 5 clases de periodos de 45 min. En Telesecundaria se recomienda mantener este periodo.</a:t>
          </a:r>
          <a:endParaRPr lang="es-MX" sz="2100" kern="1200" dirty="0"/>
        </a:p>
      </dsp:txBody>
      <dsp:txXfrm>
        <a:off x="0" y="3327853"/>
        <a:ext cx="9303256" cy="16627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91BE97-2E85-43C8-B7E0-BCB3DA612C49}">
      <dsp:nvSpPr>
        <dsp:cNvPr id="0" name=""/>
        <dsp:cNvSpPr/>
      </dsp:nvSpPr>
      <dsp:spPr>
        <a:xfrm>
          <a:off x="0" y="629"/>
          <a:ext cx="1051559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D132FB0-61FD-4C0A-9CB0-85A9522E2053}">
      <dsp:nvSpPr>
        <dsp:cNvPr id="0" name=""/>
        <dsp:cNvSpPr/>
      </dsp:nvSpPr>
      <dsp:spPr>
        <a:xfrm>
          <a:off x="0" y="629"/>
          <a:ext cx="10515599" cy="1031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b="1" kern="1200" dirty="0" smtClean="0"/>
            <a:t>Análisis curricular</a:t>
          </a:r>
          <a:r>
            <a:rPr lang="es-MX" sz="1800" kern="1200" dirty="0" smtClean="0"/>
            <a:t> identificación de contenidos comunes a los diferentes grados, secuenciación de los contenidos, identificación de "contenidos clave", vinculación de los contenidos entre distintas asignaturas/campos. </a:t>
          </a:r>
          <a:r>
            <a:rPr lang="es-ES" sz="1800" kern="1200" dirty="0" smtClean="0"/>
            <a:t>Flexibilizar la referencia a los aprendizajes esperados del currículo, a los aprendizajes definidos por el docente, con base en las necesidades de sus alumnos.</a:t>
          </a:r>
          <a:endParaRPr lang="es-MX" sz="1800" kern="1200" dirty="0"/>
        </a:p>
      </dsp:txBody>
      <dsp:txXfrm>
        <a:off x="0" y="629"/>
        <a:ext cx="10515599" cy="1031443"/>
      </dsp:txXfrm>
    </dsp:sp>
    <dsp:sp modelId="{115D53DE-6499-4224-8BB9-D0F5C9634319}">
      <dsp:nvSpPr>
        <dsp:cNvPr id="0" name=""/>
        <dsp:cNvSpPr/>
      </dsp:nvSpPr>
      <dsp:spPr>
        <a:xfrm>
          <a:off x="0" y="1214947"/>
          <a:ext cx="10515599" cy="0"/>
        </a:xfrm>
        <a:prstGeom prst="line">
          <a:avLst/>
        </a:prstGeom>
        <a:gradFill rotWithShape="0">
          <a:gsLst>
            <a:gs pos="0">
              <a:schemeClr val="accent4">
                <a:hueOff val="2598923"/>
                <a:satOff val="-11992"/>
                <a:lumOff val="44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2598923"/>
                <a:satOff val="-11992"/>
                <a:lumOff val="44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2598923"/>
                <a:satOff val="-11992"/>
                <a:lumOff val="44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2598923"/>
              <a:satOff val="-11992"/>
              <a:lumOff val="44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921D7F4-3459-499E-875C-14670D5F8E58}">
      <dsp:nvSpPr>
        <dsp:cNvPr id="0" name=""/>
        <dsp:cNvSpPr/>
      </dsp:nvSpPr>
      <dsp:spPr>
        <a:xfrm>
          <a:off x="0" y="1341381"/>
          <a:ext cx="10515599" cy="1031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b="1" kern="1200" dirty="0" smtClean="0"/>
            <a:t>Organización</a:t>
          </a:r>
          <a:r>
            <a:rPr lang="es-MX" sz="1800" kern="1200" dirty="0" smtClean="0"/>
            <a:t>: de los alumnos, distribución del tiempo y espacio del aula de acuerdo con los grados y la diversidad de los alumnos, así como las características del centro escolar.</a:t>
          </a:r>
          <a:endParaRPr lang="es-MX" sz="1800" kern="1200" dirty="0"/>
        </a:p>
      </dsp:txBody>
      <dsp:txXfrm>
        <a:off x="0" y="1341381"/>
        <a:ext cx="10515599" cy="1031443"/>
      </dsp:txXfrm>
    </dsp:sp>
    <dsp:sp modelId="{AABF4EDF-792C-47F1-9523-6545A98F8C2C}">
      <dsp:nvSpPr>
        <dsp:cNvPr id="0" name=""/>
        <dsp:cNvSpPr/>
      </dsp:nvSpPr>
      <dsp:spPr>
        <a:xfrm>
          <a:off x="0" y="2063515"/>
          <a:ext cx="10515599" cy="0"/>
        </a:xfrm>
        <a:prstGeom prst="line">
          <a:avLst/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94A88D3-50DD-455E-A167-49C6FE3AA84B}">
      <dsp:nvSpPr>
        <dsp:cNvPr id="0" name=""/>
        <dsp:cNvSpPr/>
      </dsp:nvSpPr>
      <dsp:spPr>
        <a:xfrm>
          <a:off x="0" y="2063515"/>
          <a:ext cx="10515599" cy="1031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b="1" kern="1200" dirty="0" smtClean="0"/>
            <a:t>Actividades de enseñanza y aprendizaje: </a:t>
          </a:r>
          <a:r>
            <a:rPr lang="es-MX" sz="1800" kern="1200" dirty="0" smtClean="0"/>
            <a:t>diversificadas </a:t>
          </a:r>
          <a:r>
            <a:rPr lang="es-ES" sz="1800" kern="1200" dirty="0" smtClean="0"/>
            <a:t>para atender a alumnos de diferentes grados, revisar los contenidos de distintas asignaturas y en su caso, atender la diversidad lingüística. </a:t>
          </a:r>
          <a:endParaRPr lang="es-MX" sz="1800" kern="1200" dirty="0"/>
        </a:p>
      </dsp:txBody>
      <dsp:txXfrm>
        <a:off x="0" y="2063515"/>
        <a:ext cx="10515599" cy="1031443"/>
      </dsp:txXfrm>
    </dsp:sp>
    <dsp:sp modelId="{E701CE1F-EBDB-420E-A969-3CF399436B75}">
      <dsp:nvSpPr>
        <dsp:cNvPr id="0" name=""/>
        <dsp:cNvSpPr/>
      </dsp:nvSpPr>
      <dsp:spPr>
        <a:xfrm>
          <a:off x="0" y="3094959"/>
          <a:ext cx="10515599" cy="0"/>
        </a:xfrm>
        <a:prstGeom prst="line">
          <a:avLst/>
        </a:prstGeom>
        <a:gradFill rotWithShape="0">
          <a:gsLst>
            <a:gs pos="0">
              <a:schemeClr val="accent4">
                <a:hueOff val="7796769"/>
                <a:satOff val="-35976"/>
                <a:lumOff val="132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7796769"/>
                <a:satOff val="-35976"/>
                <a:lumOff val="132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7796769"/>
                <a:satOff val="-35976"/>
                <a:lumOff val="132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7796769"/>
              <a:satOff val="-35976"/>
              <a:lumOff val="132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34C1B32-259F-47E7-85B2-F8896DF50519}">
      <dsp:nvSpPr>
        <dsp:cNvPr id="0" name=""/>
        <dsp:cNvSpPr/>
      </dsp:nvSpPr>
      <dsp:spPr>
        <a:xfrm>
          <a:off x="0" y="3094959"/>
          <a:ext cx="10515599" cy="1031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 smtClean="0"/>
            <a:t>Consideración de referentes: </a:t>
          </a:r>
          <a:r>
            <a:rPr lang="es-ES" sz="1800" kern="1200" dirty="0" smtClean="0"/>
            <a:t>el plan de estudios, los programas de las asignaturas y los libros de texto, adicionalmente los parámetros curriculares de Educación indígena y la propuesta educativa multigrado del 2005, según corresponda.</a:t>
          </a:r>
          <a:endParaRPr lang="es-MX" sz="1800" kern="1200" dirty="0"/>
        </a:p>
      </dsp:txBody>
      <dsp:txXfrm>
        <a:off x="0" y="3094959"/>
        <a:ext cx="10515599" cy="1031443"/>
      </dsp:txXfrm>
    </dsp:sp>
    <dsp:sp modelId="{FF31E426-904E-4570-B55C-EA8C0BD16499}">
      <dsp:nvSpPr>
        <dsp:cNvPr id="0" name=""/>
        <dsp:cNvSpPr/>
      </dsp:nvSpPr>
      <dsp:spPr>
        <a:xfrm>
          <a:off x="0" y="4126402"/>
          <a:ext cx="10515599" cy="0"/>
        </a:xfrm>
        <a:prstGeom prst="line">
          <a:avLst/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376FB36-061C-45A5-8284-81477DB1D1BF}">
      <dsp:nvSpPr>
        <dsp:cNvPr id="0" name=""/>
        <dsp:cNvSpPr/>
      </dsp:nvSpPr>
      <dsp:spPr>
        <a:xfrm>
          <a:off x="0" y="4126402"/>
          <a:ext cx="10515599" cy="1031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 smtClean="0"/>
            <a:t>Registro del seguimiento </a:t>
          </a:r>
          <a:r>
            <a:rPr lang="es-ES" sz="1800" kern="1200" dirty="0" smtClean="0"/>
            <a:t> del logro del aprendizaje de sus alumnos. </a:t>
          </a:r>
          <a:endParaRPr lang="es-MX" sz="1800" kern="1200" dirty="0"/>
        </a:p>
      </dsp:txBody>
      <dsp:txXfrm>
        <a:off x="0" y="4126402"/>
        <a:ext cx="10515599" cy="10314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F93EC-6CB1-4E46-8BC3-05910785632D}">
      <dsp:nvSpPr>
        <dsp:cNvPr id="0" name=""/>
        <dsp:cNvSpPr/>
      </dsp:nvSpPr>
      <dsp:spPr>
        <a:xfrm>
          <a:off x="0" y="565"/>
          <a:ext cx="105155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15F70-69C0-46C7-BFC0-D8AD943E863F}">
      <dsp:nvSpPr>
        <dsp:cNvPr id="0" name=""/>
        <dsp:cNvSpPr/>
      </dsp:nvSpPr>
      <dsp:spPr>
        <a:xfrm>
          <a:off x="0" y="565"/>
          <a:ext cx="10515599" cy="926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b="1" kern="1200" smtClean="0"/>
            <a:t>Adaptación de los contenidos de la “parrilla” </a:t>
          </a:r>
          <a:r>
            <a:rPr lang="es-MX" sz="1800" kern="1200" smtClean="0"/>
            <a:t>de acuerdo con las características y </a:t>
          </a:r>
          <a:r>
            <a:rPr lang="es-ES" sz="1800" kern="1200" smtClean="0"/>
            <a:t>necesidades </a:t>
          </a:r>
          <a:r>
            <a:rPr lang="es-MX" sz="1800" kern="1200" smtClean="0"/>
            <a:t>de sus alumnos, así como de las condiciones del centro escolar. </a:t>
          </a:r>
          <a:endParaRPr lang="es-MX" sz="1800" kern="1200"/>
        </a:p>
      </dsp:txBody>
      <dsp:txXfrm>
        <a:off x="0" y="565"/>
        <a:ext cx="10515599" cy="926341"/>
      </dsp:txXfrm>
    </dsp:sp>
    <dsp:sp modelId="{44F48E01-DE85-4263-911F-AA5B0514A9C8}">
      <dsp:nvSpPr>
        <dsp:cNvPr id="0" name=""/>
        <dsp:cNvSpPr/>
      </dsp:nvSpPr>
      <dsp:spPr>
        <a:xfrm>
          <a:off x="0" y="926907"/>
          <a:ext cx="10515599" cy="0"/>
        </a:xfrm>
        <a:prstGeom prst="line">
          <a:avLst/>
        </a:prstGeom>
        <a:solidFill>
          <a:schemeClr val="accent4">
            <a:hueOff val="2598923"/>
            <a:satOff val="-11992"/>
            <a:lumOff val="441"/>
            <a:alphaOff val="0"/>
          </a:schemeClr>
        </a:solidFill>
        <a:ln w="12700" cap="flat" cmpd="sng" algn="ctr">
          <a:solidFill>
            <a:schemeClr val="accent4">
              <a:hueOff val="2598923"/>
              <a:satOff val="-11992"/>
              <a:lumOff val="4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32597-3C68-401D-B352-290F5E436C9D}">
      <dsp:nvSpPr>
        <dsp:cNvPr id="0" name=""/>
        <dsp:cNvSpPr/>
      </dsp:nvSpPr>
      <dsp:spPr>
        <a:xfrm>
          <a:off x="0" y="926907"/>
          <a:ext cx="10515599" cy="926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b="1" kern="1200" smtClean="0"/>
            <a:t>Organización</a:t>
          </a:r>
          <a:r>
            <a:rPr lang="es-MX" sz="1800" kern="1200" smtClean="0"/>
            <a:t>: de los alumnos, distribución del tiempo y espacio del aula de acuerdo con los grados y la diversidad de los alumnos, así como las características del centro escolar.</a:t>
          </a:r>
          <a:endParaRPr lang="es-MX" sz="1800" kern="1200"/>
        </a:p>
      </dsp:txBody>
      <dsp:txXfrm>
        <a:off x="0" y="926907"/>
        <a:ext cx="10515599" cy="926341"/>
      </dsp:txXfrm>
    </dsp:sp>
    <dsp:sp modelId="{21AD6873-E57A-41CC-8C94-880808461026}">
      <dsp:nvSpPr>
        <dsp:cNvPr id="0" name=""/>
        <dsp:cNvSpPr/>
      </dsp:nvSpPr>
      <dsp:spPr>
        <a:xfrm>
          <a:off x="0" y="1853248"/>
          <a:ext cx="10515599" cy="0"/>
        </a:xfrm>
        <a:prstGeom prst="line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6E048-368E-4275-975C-E1844A22056A}">
      <dsp:nvSpPr>
        <dsp:cNvPr id="0" name=""/>
        <dsp:cNvSpPr/>
      </dsp:nvSpPr>
      <dsp:spPr>
        <a:xfrm>
          <a:off x="0" y="1853248"/>
          <a:ext cx="10515599" cy="926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b="1" kern="1200" dirty="0" smtClean="0"/>
            <a:t>Actividades de enseñanza y aprendizaje: </a:t>
          </a:r>
          <a:r>
            <a:rPr lang="es-MX" sz="1800" kern="1200" dirty="0" smtClean="0"/>
            <a:t>diversificadas </a:t>
          </a:r>
          <a:r>
            <a:rPr lang="es-ES" sz="1800" kern="1200" dirty="0" smtClean="0"/>
            <a:t>para atender a alumnos de diferentes grados, revisar los contenidos de distintas asignaturas y en su caso, atender la diversidad lingüística. </a:t>
          </a:r>
          <a:endParaRPr lang="es-MX" sz="1800" kern="1200" dirty="0"/>
        </a:p>
      </dsp:txBody>
      <dsp:txXfrm>
        <a:off x="0" y="1853248"/>
        <a:ext cx="10515599" cy="926341"/>
      </dsp:txXfrm>
    </dsp:sp>
    <dsp:sp modelId="{3094B679-3ED0-46A0-B133-486227BB965B}">
      <dsp:nvSpPr>
        <dsp:cNvPr id="0" name=""/>
        <dsp:cNvSpPr/>
      </dsp:nvSpPr>
      <dsp:spPr>
        <a:xfrm>
          <a:off x="0" y="2779590"/>
          <a:ext cx="10515599" cy="0"/>
        </a:xfrm>
        <a:prstGeom prst="line">
          <a:avLst/>
        </a:prstGeom>
        <a:solidFill>
          <a:schemeClr val="accent4">
            <a:hueOff val="7796769"/>
            <a:satOff val="-35976"/>
            <a:lumOff val="1324"/>
            <a:alphaOff val="0"/>
          </a:schemeClr>
        </a:solidFill>
        <a:ln w="12700" cap="flat" cmpd="sng" algn="ctr">
          <a:solidFill>
            <a:schemeClr val="accent4">
              <a:hueOff val="7796769"/>
              <a:satOff val="-35976"/>
              <a:lumOff val="13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4BD5F-6A66-467C-8DE0-1E329D1A9779}">
      <dsp:nvSpPr>
        <dsp:cNvPr id="0" name=""/>
        <dsp:cNvSpPr/>
      </dsp:nvSpPr>
      <dsp:spPr>
        <a:xfrm>
          <a:off x="0" y="2779590"/>
          <a:ext cx="10515599" cy="926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smtClean="0"/>
            <a:t>Consideración de referentes: </a:t>
          </a:r>
          <a:r>
            <a:rPr lang="es-ES" sz="1800" kern="1200" smtClean="0"/>
            <a:t>el material que utilizan corresponde al plan de estudios de 2006 (Red EDUSAT, libros de texto, parrillas) lo que implica realizar constantes adaptaciones para acercarse al Plan 2011. </a:t>
          </a:r>
          <a:endParaRPr lang="es-MX" sz="1800" kern="1200"/>
        </a:p>
      </dsp:txBody>
      <dsp:txXfrm>
        <a:off x="0" y="2779590"/>
        <a:ext cx="10515599" cy="926341"/>
      </dsp:txXfrm>
    </dsp:sp>
    <dsp:sp modelId="{28C6E710-A864-407F-BA68-2737A4670A65}">
      <dsp:nvSpPr>
        <dsp:cNvPr id="0" name=""/>
        <dsp:cNvSpPr/>
      </dsp:nvSpPr>
      <dsp:spPr>
        <a:xfrm>
          <a:off x="0" y="3705931"/>
          <a:ext cx="10515599" cy="0"/>
        </a:xfrm>
        <a:prstGeom prst="line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B941E-EB23-44AE-9DEA-70B2D0342EDF}">
      <dsp:nvSpPr>
        <dsp:cNvPr id="0" name=""/>
        <dsp:cNvSpPr/>
      </dsp:nvSpPr>
      <dsp:spPr>
        <a:xfrm>
          <a:off x="0" y="3705931"/>
          <a:ext cx="10515599" cy="926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smtClean="0"/>
            <a:t>Considerar que la función del docente de </a:t>
          </a:r>
          <a:r>
            <a:rPr lang="es-MX" sz="1800" b="1" kern="1200" smtClean="0"/>
            <a:t>Telesecundaria</a:t>
          </a:r>
          <a:r>
            <a:rPr lang="es-MX" sz="1800" kern="1200" smtClean="0"/>
            <a:t>, de acuerdo al modelo, es de guía o facilitador del aprendizaje.</a:t>
          </a:r>
          <a:endParaRPr lang="es-MX" sz="1800" kern="1200"/>
        </a:p>
      </dsp:txBody>
      <dsp:txXfrm>
        <a:off x="0" y="3705931"/>
        <a:ext cx="10515599" cy="9263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D52F11-4945-4966-9955-1261648B04AA}">
      <dsp:nvSpPr>
        <dsp:cNvPr id="0" name=""/>
        <dsp:cNvSpPr/>
      </dsp:nvSpPr>
      <dsp:spPr>
        <a:xfrm>
          <a:off x="0" y="0"/>
          <a:ext cx="1061682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0FC3FC-3C7A-4245-BA63-C1525A96A033}">
      <dsp:nvSpPr>
        <dsp:cNvPr id="0" name=""/>
        <dsp:cNvSpPr/>
      </dsp:nvSpPr>
      <dsp:spPr>
        <a:xfrm>
          <a:off x="0" y="0"/>
          <a:ext cx="10616821" cy="618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700" kern="1200" dirty="0" smtClean="0"/>
            <a:t>La experiencia en la enseñanza multigrado y en el enfoque intercultural bilingüe.</a:t>
          </a:r>
          <a:endParaRPr lang="es-MX" sz="1700" kern="1200" dirty="0"/>
        </a:p>
      </dsp:txBody>
      <dsp:txXfrm>
        <a:off x="0" y="0"/>
        <a:ext cx="10616821" cy="618185"/>
      </dsp:txXfrm>
    </dsp:sp>
    <dsp:sp modelId="{DCE08512-CA48-4FF6-8A0F-C86D3913020E}">
      <dsp:nvSpPr>
        <dsp:cNvPr id="0" name=""/>
        <dsp:cNvSpPr/>
      </dsp:nvSpPr>
      <dsp:spPr>
        <a:xfrm>
          <a:off x="0" y="618185"/>
          <a:ext cx="10616821" cy="0"/>
        </a:xfrm>
        <a:prstGeom prst="line">
          <a:avLst/>
        </a:prstGeom>
        <a:solidFill>
          <a:schemeClr val="accent4">
            <a:hueOff val="1485099"/>
            <a:satOff val="-6853"/>
            <a:lumOff val="252"/>
            <a:alphaOff val="0"/>
          </a:schemeClr>
        </a:solidFill>
        <a:ln w="12700" cap="flat" cmpd="sng" algn="ctr">
          <a:solidFill>
            <a:schemeClr val="accent4">
              <a:hueOff val="1485099"/>
              <a:satOff val="-6853"/>
              <a:lumOff val="2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9FA0D-B67B-46E8-A458-F37C029E2D9E}">
      <dsp:nvSpPr>
        <dsp:cNvPr id="0" name=""/>
        <dsp:cNvSpPr/>
      </dsp:nvSpPr>
      <dsp:spPr>
        <a:xfrm>
          <a:off x="0" y="618185"/>
          <a:ext cx="10616821" cy="618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700" kern="1200" smtClean="0"/>
            <a:t>La capacidad de respuesta ante las dificultades de su práctica cotidiana.</a:t>
          </a:r>
          <a:endParaRPr lang="es-MX" sz="1700" kern="1200"/>
        </a:p>
      </dsp:txBody>
      <dsp:txXfrm>
        <a:off x="0" y="618185"/>
        <a:ext cx="10616821" cy="618185"/>
      </dsp:txXfrm>
    </dsp:sp>
    <dsp:sp modelId="{789055F8-A05E-40B8-AD77-72D061944353}">
      <dsp:nvSpPr>
        <dsp:cNvPr id="0" name=""/>
        <dsp:cNvSpPr/>
      </dsp:nvSpPr>
      <dsp:spPr>
        <a:xfrm>
          <a:off x="0" y="1111683"/>
          <a:ext cx="10616821" cy="0"/>
        </a:xfrm>
        <a:prstGeom prst="line">
          <a:avLst/>
        </a:prstGeom>
        <a:solidFill>
          <a:schemeClr val="accent4">
            <a:hueOff val="2970198"/>
            <a:satOff val="-13705"/>
            <a:lumOff val="504"/>
            <a:alphaOff val="0"/>
          </a:schemeClr>
        </a:solidFill>
        <a:ln w="12700" cap="flat" cmpd="sng" algn="ctr">
          <a:solidFill>
            <a:schemeClr val="accent4">
              <a:hueOff val="2970198"/>
              <a:satOff val="-13705"/>
              <a:lumOff val="5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FD62B-21B8-4FF1-A866-8440989FC546}">
      <dsp:nvSpPr>
        <dsp:cNvPr id="0" name=""/>
        <dsp:cNvSpPr/>
      </dsp:nvSpPr>
      <dsp:spPr>
        <a:xfrm>
          <a:off x="0" y="1189908"/>
          <a:ext cx="10616821" cy="618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700" kern="1200" dirty="0" smtClean="0"/>
            <a:t>Actividades enfocadas a la regularización o nivelación de los alumnos y el tiempo adicional que invierten en ello, para cumplir el programa del curso (cursos propedéuticos, remediales, etc.)</a:t>
          </a:r>
          <a:endParaRPr lang="es-MX" sz="1700" kern="1200" dirty="0"/>
        </a:p>
      </dsp:txBody>
      <dsp:txXfrm>
        <a:off x="0" y="1189908"/>
        <a:ext cx="10616821" cy="618185"/>
      </dsp:txXfrm>
    </dsp:sp>
    <dsp:sp modelId="{170A81C6-223B-4E6C-8826-831302623A3E}">
      <dsp:nvSpPr>
        <dsp:cNvPr id="0" name=""/>
        <dsp:cNvSpPr/>
      </dsp:nvSpPr>
      <dsp:spPr>
        <a:xfrm>
          <a:off x="0" y="1854557"/>
          <a:ext cx="10616821" cy="0"/>
        </a:xfrm>
        <a:prstGeom prst="line">
          <a:avLst/>
        </a:prstGeom>
        <a:solidFill>
          <a:schemeClr val="accent4">
            <a:hueOff val="4455297"/>
            <a:satOff val="-20558"/>
            <a:lumOff val="756"/>
            <a:alphaOff val="0"/>
          </a:schemeClr>
        </a:solidFill>
        <a:ln w="12700" cap="flat" cmpd="sng" algn="ctr">
          <a:solidFill>
            <a:schemeClr val="accent4">
              <a:hueOff val="4455297"/>
              <a:satOff val="-20558"/>
              <a:lumOff val="7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8C917-07CD-47C0-84C7-57AC0172FB3B}">
      <dsp:nvSpPr>
        <dsp:cNvPr id="0" name=""/>
        <dsp:cNvSpPr/>
      </dsp:nvSpPr>
      <dsp:spPr>
        <a:xfrm>
          <a:off x="0" y="1854557"/>
          <a:ext cx="10616821" cy="618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700" kern="1200" smtClean="0"/>
            <a:t>La atención y los conocimientos que requieren aquellos estudiantes que hablan una lengua diferente al español.</a:t>
          </a:r>
          <a:endParaRPr lang="es-MX" sz="1700" kern="1200"/>
        </a:p>
      </dsp:txBody>
      <dsp:txXfrm>
        <a:off x="0" y="1854557"/>
        <a:ext cx="10616821" cy="618185"/>
      </dsp:txXfrm>
    </dsp:sp>
    <dsp:sp modelId="{64617BB5-BE91-486F-B6EF-49A99ECA3AD9}">
      <dsp:nvSpPr>
        <dsp:cNvPr id="0" name=""/>
        <dsp:cNvSpPr/>
      </dsp:nvSpPr>
      <dsp:spPr>
        <a:xfrm>
          <a:off x="0" y="2472743"/>
          <a:ext cx="10616821" cy="0"/>
        </a:xfrm>
        <a:prstGeom prst="line">
          <a:avLst/>
        </a:prstGeom>
        <a:solidFill>
          <a:schemeClr val="accent4">
            <a:hueOff val="5940396"/>
            <a:satOff val="-27410"/>
            <a:lumOff val="1009"/>
            <a:alphaOff val="0"/>
          </a:schemeClr>
        </a:solidFill>
        <a:ln w="12700" cap="flat" cmpd="sng" algn="ctr">
          <a:solidFill>
            <a:schemeClr val="accent4">
              <a:hueOff val="5940396"/>
              <a:satOff val="-27410"/>
              <a:lumOff val="10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A1C88-78D1-4FC7-A7E7-0085267FA458}">
      <dsp:nvSpPr>
        <dsp:cNvPr id="0" name=""/>
        <dsp:cNvSpPr/>
      </dsp:nvSpPr>
      <dsp:spPr>
        <a:xfrm>
          <a:off x="0" y="2472743"/>
          <a:ext cx="10616821" cy="618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700" kern="1200" smtClean="0"/>
            <a:t>Afrontar necesidades afectivas que inciden en el desempeño de los alumnos.</a:t>
          </a:r>
          <a:endParaRPr lang="es-MX" sz="1700" kern="1200"/>
        </a:p>
      </dsp:txBody>
      <dsp:txXfrm>
        <a:off x="0" y="2472743"/>
        <a:ext cx="10616821" cy="618185"/>
      </dsp:txXfrm>
    </dsp:sp>
    <dsp:sp modelId="{74D0C49B-8AA2-45B3-A6E8-1847C07F003C}">
      <dsp:nvSpPr>
        <dsp:cNvPr id="0" name=""/>
        <dsp:cNvSpPr/>
      </dsp:nvSpPr>
      <dsp:spPr>
        <a:xfrm>
          <a:off x="0" y="2982863"/>
          <a:ext cx="10616821" cy="0"/>
        </a:xfrm>
        <a:prstGeom prst="line">
          <a:avLst/>
        </a:prstGeom>
        <a:solidFill>
          <a:schemeClr val="accent4">
            <a:hueOff val="7425494"/>
            <a:satOff val="-34263"/>
            <a:lumOff val="1261"/>
            <a:alphaOff val="0"/>
          </a:schemeClr>
        </a:solidFill>
        <a:ln w="12700" cap="flat" cmpd="sng" algn="ctr">
          <a:solidFill>
            <a:schemeClr val="accent4">
              <a:hueOff val="7425494"/>
              <a:satOff val="-34263"/>
              <a:lumOff val="1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ABC4A-82E9-4170-89F8-1C8BDE39E5AC}">
      <dsp:nvSpPr>
        <dsp:cNvPr id="0" name=""/>
        <dsp:cNvSpPr/>
      </dsp:nvSpPr>
      <dsp:spPr>
        <a:xfrm>
          <a:off x="0" y="2994127"/>
          <a:ext cx="10616821" cy="618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700" kern="1200" dirty="0" smtClean="0"/>
            <a:t>Uso, desarrollo o adaptación de material didáctico. (En el caso de Educación indígena el diseño de actividades, traducción, recuperación e incorporación  de textos en lengua, etc.)</a:t>
          </a:r>
          <a:endParaRPr lang="es-MX" sz="1700" kern="1200" dirty="0"/>
        </a:p>
      </dsp:txBody>
      <dsp:txXfrm>
        <a:off x="0" y="2994127"/>
        <a:ext cx="10616821" cy="618185"/>
      </dsp:txXfrm>
    </dsp:sp>
    <dsp:sp modelId="{4464B850-A5C2-47A5-8E1A-95B11EE580F2}">
      <dsp:nvSpPr>
        <dsp:cNvPr id="0" name=""/>
        <dsp:cNvSpPr/>
      </dsp:nvSpPr>
      <dsp:spPr>
        <a:xfrm>
          <a:off x="0" y="3709114"/>
          <a:ext cx="10616821" cy="0"/>
        </a:xfrm>
        <a:prstGeom prst="line">
          <a:avLst/>
        </a:prstGeom>
        <a:solidFill>
          <a:schemeClr val="accent4">
            <a:hueOff val="8910593"/>
            <a:satOff val="-41115"/>
            <a:lumOff val="1513"/>
            <a:alphaOff val="0"/>
          </a:schemeClr>
        </a:solidFill>
        <a:ln w="12700" cap="flat" cmpd="sng" algn="ctr">
          <a:solidFill>
            <a:schemeClr val="accent4">
              <a:hueOff val="8910593"/>
              <a:satOff val="-41115"/>
              <a:lumOff val="1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02F2D0-6EC9-4567-A02A-9CF2B47EFB92}">
      <dsp:nvSpPr>
        <dsp:cNvPr id="0" name=""/>
        <dsp:cNvSpPr/>
      </dsp:nvSpPr>
      <dsp:spPr>
        <a:xfrm>
          <a:off x="0" y="3709114"/>
          <a:ext cx="10616821" cy="618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700" kern="1200" smtClean="0"/>
            <a:t>Registro de avances en el logro de aprendizajes de cada uno de sus alumnos a través de la observación.</a:t>
          </a:r>
          <a:endParaRPr lang="es-MX" sz="1700" kern="1200"/>
        </a:p>
      </dsp:txBody>
      <dsp:txXfrm>
        <a:off x="0" y="3709114"/>
        <a:ext cx="10616821" cy="618185"/>
      </dsp:txXfrm>
    </dsp:sp>
    <dsp:sp modelId="{8046860D-A133-429C-89B0-6E80731DA9CB}">
      <dsp:nvSpPr>
        <dsp:cNvPr id="0" name=""/>
        <dsp:cNvSpPr/>
      </dsp:nvSpPr>
      <dsp:spPr>
        <a:xfrm>
          <a:off x="0" y="4127793"/>
          <a:ext cx="10616821" cy="0"/>
        </a:xfrm>
        <a:prstGeom prst="line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ED6DE-9B69-41CF-A2F5-B5F5E283ED60}">
      <dsp:nvSpPr>
        <dsp:cNvPr id="0" name=""/>
        <dsp:cNvSpPr/>
      </dsp:nvSpPr>
      <dsp:spPr>
        <a:xfrm>
          <a:off x="0" y="4107967"/>
          <a:ext cx="10616821" cy="618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700" kern="1200" dirty="0" smtClean="0"/>
            <a:t>Involucramiento de los padres y la comunidad en la que desarrolla su práctica.</a:t>
          </a:r>
          <a:endParaRPr lang="es-MX" sz="1700" kern="1200" dirty="0"/>
        </a:p>
      </dsp:txBody>
      <dsp:txXfrm>
        <a:off x="0" y="4107967"/>
        <a:ext cx="10616821" cy="6181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8976E-11F3-4D84-943F-6972D8D3E77E}">
      <dsp:nvSpPr>
        <dsp:cNvPr id="0" name=""/>
        <dsp:cNvSpPr/>
      </dsp:nvSpPr>
      <dsp:spPr>
        <a:xfrm>
          <a:off x="0" y="603"/>
          <a:ext cx="96805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A7A87-3BF0-444B-B1E4-6C43453C5E9F}">
      <dsp:nvSpPr>
        <dsp:cNvPr id="0" name=""/>
        <dsp:cNvSpPr/>
      </dsp:nvSpPr>
      <dsp:spPr>
        <a:xfrm>
          <a:off x="0" y="21214"/>
          <a:ext cx="9680529" cy="549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smtClean="0"/>
            <a:t>La experiencia en la enseñanza como facilitador de telesecundaria y en enseñanza de más de un grado.</a:t>
          </a:r>
          <a:endParaRPr lang="es-MX" sz="1500" kern="1200"/>
        </a:p>
      </dsp:txBody>
      <dsp:txXfrm>
        <a:off x="0" y="21214"/>
        <a:ext cx="9680529" cy="549038"/>
      </dsp:txXfrm>
    </dsp:sp>
    <dsp:sp modelId="{EC3ED12C-897A-4F13-8F49-52333319D22F}">
      <dsp:nvSpPr>
        <dsp:cNvPr id="0" name=""/>
        <dsp:cNvSpPr/>
      </dsp:nvSpPr>
      <dsp:spPr>
        <a:xfrm>
          <a:off x="0" y="549641"/>
          <a:ext cx="9680529" cy="0"/>
        </a:xfrm>
        <a:prstGeom prst="line">
          <a:avLst/>
        </a:prstGeom>
        <a:solidFill>
          <a:schemeClr val="accent4">
            <a:hueOff val="1299462"/>
            <a:satOff val="-5996"/>
            <a:lumOff val="221"/>
            <a:alphaOff val="0"/>
          </a:schemeClr>
        </a:solidFill>
        <a:ln w="12700" cap="flat" cmpd="sng" algn="ctr">
          <a:solidFill>
            <a:schemeClr val="accent4">
              <a:hueOff val="1299462"/>
              <a:satOff val="-5996"/>
              <a:lumOff val="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A2E42-AA3A-4E47-961E-2EB51A695105}">
      <dsp:nvSpPr>
        <dsp:cNvPr id="0" name=""/>
        <dsp:cNvSpPr/>
      </dsp:nvSpPr>
      <dsp:spPr>
        <a:xfrm>
          <a:off x="0" y="549641"/>
          <a:ext cx="9680529" cy="549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smtClean="0"/>
            <a:t>La capacidad de respuesta ante las dificultades de su práctica cotidiana.</a:t>
          </a:r>
          <a:endParaRPr lang="es-MX" sz="1500" kern="1200"/>
        </a:p>
      </dsp:txBody>
      <dsp:txXfrm>
        <a:off x="0" y="549641"/>
        <a:ext cx="9680529" cy="549038"/>
      </dsp:txXfrm>
    </dsp:sp>
    <dsp:sp modelId="{8FED5EB3-809A-42D2-833F-988DBE42083A}">
      <dsp:nvSpPr>
        <dsp:cNvPr id="0" name=""/>
        <dsp:cNvSpPr/>
      </dsp:nvSpPr>
      <dsp:spPr>
        <a:xfrm>
          <a:off x="0" y="907488"/>
          <a:ext cx="9680529" cy="0"/>
        </a:xfrm>
        <a:prstGeom prst="line">
          <a:avLst/>
        </a:prstGeom>
        <a:solidFill>
          <a:schemeClr val="accent4">
            <a:hueOff val="2598923"/>
            <a:satOff val="-11992"/>
            <a:lumOff val="441"/>
            <a:alphaOff val="0"/>
          </a:schemeClr>
        </a:solidFill>
        <a:ln w="12700" cap="flat" cmpd="sng" algn="ctr">
          <a:solidFill>
            <a:schemeClr val="accent4">
              <a:hueOff val="2598923"/>
              <a:satOff val="-11992"/>
              <a:lumOff val="4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54DD4-ADB9-458B-88F1-782A244E634A}">
      <dsp:nvSpPr>
        <dsp:cNvPr id="0" name=""/>
        <dsp:cNvSpPr/>
      </dsp:nvSpPr>
      <dsp:spPr>
        <a:xfrm>
          <a:off x="0" y="932431"/>
          <a:ext cx="9680529" cy="549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Actividades enfocadas a la regularización o nivelación de los alumnos y el tiempo adicional que invierten en ello, para cumplir el programa del curso (cursos propedéuticos, remediales, etc.)</a:t>
          </a:r>
          <a:endParaRPr lang="es-MX" sz="1500" kern="1200" dirty="0"/>
        </a:p>
      </dsp:txBody>
      <dsp:txXfrm>
        <a:off x="0" y="932431"/>
        <a:ext cx="9680529" cy="549038"/>
      </dsp:txXfrm>
    </dsp:sp>
    <dsp:sp modelId="{DDAE008B-02D2-40E9-B139-16DFF8DB9A5F}">
      <dsp:nvSpPr>
        <dsp:cNvPr id="0" name=""/>
        <dsp:cNvSpPr/>
      </dsp:nvSpPr>
      <dsp:spPr>
        <a:xfrm>
          <a:off x="0" y="1473151"/>
          <a:ext cx="9680529" cy="0"/>
        </a:xfrm>
        <a:prstGeom prst="line">
          <a:avLst/>
        </a:prstGeom>
        <a:solidFill>
          <a:schemeClr val="accent4">
            <a:hueOff val="3898385"/>
            <a:satOff val="-17988"/>
            <a:lumOff val="662"/>
            <a:alphaOff val="0"/>
          </a:schemeClr>
        </a:solidFill>
        <a:ln w="12700" cap="flat" cmpd="sng" algn="ctr">
          <a:solidFill>
            <a:schemeClr val="accent4">
              <a:hueOff val="3898385"/>
              <a:satOff val="-17988"/>
              <a:lumOff val="6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04B59-2AB6-4B43-BF5A-AC633E2AC6AF}">
      <dsp:nvSpPr>
        <dsp:cNvPr id="0" name=""/>
        <dsp:cNvSpPr/>
      </dsp:nvSpPr>
      <dsp:spPr>
        <a:xfrm>
          <a:off x="0" y="1465980"/>
          <a:ext cx="9680529" cy="549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La atención y los conocimientos que requieren aquellos estudiantes que hablan una lengua diferente al español.</a:t>
          </a:r>
          <a:endParaRPr lang="es-MX" sz="1500" kern="1200" dirty="0"/>
        </a:p>
      </dsp:txBody>
      <dsp:txXfrm>
        <a:off x="0" y="1465980"/>
        <a:ext cx="9680529" cy="549038"/>
      </dsp:txXfrm>
    </dsp:sp>
    <dsp:sp modelId="{EF34FF74-1206-4474-B5B1-297D06539707}">
      <dsp:nvSpPr>
        <dsp:cNvPr id="0" name=""/>
        <dsp:cNvSpPr/>
      </dsp:nvSpPr>
      <dsp:spPr>
        <a:xfrm>
          <a:off x="0" y="1964002"/>
          <a:ext cx="9680529" cy="0"/>
        </a:xfrm>
        <a:prstGeom prst="line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1ABB2-6E81-458C-B7FD-8A8330C6D751}">
      <dsp:nvSpPr>
        <dsp:cNvPr id="0" name=""/>
        <dsp:cNvSpPr/>
      </dsp:nvSpPr>
      <dsp:spPr>
        <a:xfrm>
          <a:off x="0" y="2015019"/>
          <a:ext cx="9680529" cy="549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Afrontar necesidades afectivas que inciden en el desempeño de los alumnos.</a:t>
          </a:r>
          <a:endParaRPr lang="es-MX" sz="1500" kern="1200" dirty="0"/>
        </a:p>
      </dsp:txBody>
      <dsp:txXfrm>
        <a:off x="0" y="2015019"/>
        <a:ext cx="9680529" cy="549038"/>
      </dsp:txXfrm>
    </dsp:sp>
    <dsp:sp modelId="{E00695DC-02D5-4A00-B322-FB2BC6F7EB42}">
      <dsp:nvSpPr>
        <dsp:cNvPr id="0" name=""/>
        <dsp:cNvSpPr/>
      </dsp:nvSpPr>
      <dsp:spPr>
        <a:xfrm>
          <a:off x="0" y="2454848"/>
          <a:ext cx="9680529" cy="0"/>
        </a:xfrm>
        <a:prstGeom prst="line">
          <a:avLst/>
        </a:prstGeom>
        <a:solidFill>
          <a:schemeClr val="accent4">
            <a:hueOff val="6497308"/>
            <a:satOff val="-29980"/>
            <a:lumOff val="1103"/>
            <a:alphaOff val="0"/>
          </a:schemeClr>
        </a:solidFill>
        <a:ln w="12700" cap="flat" cmpd="sng" algn="ctr">
          <a:solidFill>
            <a:schemeClr val="accent4">
              <a:hueOff val="6497308"/>
              <a:satOff val="-29980"/>
              <a:lumOff val="11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6C033-3B18-4536-B166-DB2FDC9678D5}">
      <dsp:nvSpPr>
        <dsp:cNvPr id="0" name=""/>
        <dsp:cNvSpPr/>
      </dsp:nvSpPr>
      <dsp:spPr>
        <a:xfrm>
          <a:off x="0" y="2480576"/>
          <a:ext cx="9680529" cy="549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Uso, desarrollo o adaptación de material didáctico considerando el desfase de los programas con los materiales.</a:t>
          </a:r>
          <a:endParaRPr lang="es-MX" sz="1500" kern="1200" dirty="0"/>
        </a:p>
      </dsp:txBody>
      <dsp:txXfrm>
        <a:off x="0" y="2480576"/>
        <a:ext cx="9680529" cy="549038"/>
      </dsp:txXfrm>
    </dsp:sp>
    <dsp:sp modelId="{10B31FFF-67B7-4EED-AA31-A00ED7B13A2D}">
      <dsp:nvSpPr>
        <dsp:cNvPr id="0" name=""/>
        <dsp:cNvSpPr/>
      </dsp:nvSpPr>
      <dsp:spPr>
        <a:xfrm>
          <a:off x="0" y="2912449"/>
          <a:ext cx="9680529" cy="0"/>
        </a:xfrm>
        <a:prstGeom prst="line">
          <a:avLst/>
        </a:prstGeom>
        <a:solidFill>
          <a:schemeClr val="accent4">
            <a:hueOff val="7796769"/>
            <a:satOff val="-35976"/>
            <a:lumOff val="1324"/>
            <a:alphaOff val="0"/>
          </a:schemeClr>
        </a:solidFill>
        <a:ln w="12700" cap="flat" cmpd="sng" algn="ctr">
          <a:solidFill>
            <a:schemeClr val="accent4">
              <a:hueOff val="7796769"/>
              <a:satOff val="-35976"/>
              <a:lumOff val="13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44C44-9A1D-4297-822D-E7EA4B93BE4D}">
      <dsp:nvSpPr>
        <dsp:cNvPr id="0" name=""/>
        <dsp:cNvSpPr/>
      </dsp:nvSpPr>
      <dsp:spPr>
        <a:xfrm>
          <a:off x="0" y="2962324"/>
          <a:ext cx="9680529" cy="549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Registro de avances en el logro de aprendizajes de cada uno de sus alumnos a través de la observación.</a:t>
          </a:r>
          <a:endParaRPr lang="es-MX" sz="1500" kern="1200" dirty="0"/>
        </a:p>
      </dsp:txBody>
      <dsp:txXfrm>
        <a:off x="0" y="2962324"/>
        <a:ext cx="9680529" cy="549038"/>
      </dsp:txXfrm>
    </dsp:sp>
    <dsp:sp modelId="{19EA4166-2878-4A10-8E5D-45E68A92C120}">
      <dsp:nvSpPr>
        <dsp:cNvPr id="0" name=""/>
        <dsp:cNvSpPr/>
      </dsp:nvSpPr>
      <dsp:spPr>
        <a:xfrm>
          <a:off x="0" y="3394982"/>
          <a:ext cx="9680529" cy="0"/>
        </a:xfrm>
        <a:prstGeom prst="line">
          <a:avLst/>
        </a:prstGeom>
        <a:solidFill>
          <a:schemeClr val="accent4">
            <a:hueOff val="9096231"/>
            <a:satOff val="-41972"/>
            <a:lumOff val="1544"/>
            <a:alphaOff val="0"/>
          </a:schemeClr>
        </a:solidFill>
        <a:ln w="12700" cap="flat" cmpd="sng" algn="ctr">
          <a:solidFill>
            <a:schemeClr val="accent4">
              <a:hueOff val="9096231"/>
              <a:satOff val="-41972"/>
              <a:lumOff val="15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0A5D3-0B19-4A03-B760-0BC007B286EC}">
      <dsp:nvSpPr>
        <dsp:cNvPr id="0" name=""/>
        <dsp:cNvSpPr/>
      </dsp:nvSpPr>
      <dsp:spPr>
        <a:xfrm>
          <a:off x="0" y="3394982"/>
          <a:ext cx="9680529" cy="549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Involucramiento de los padres y la comunidad en la que desarrolla su práctica.</a:t>
          </a:r>
          <a:endParaRPr lang="es-MX" sz="1500" kern="1200" dirty="0"/>
        </a:p>
      </dsp:txBody>
      <dsp:txXfrm>
        <a:off x="0" y="3394982"/>
        <a:ext cx="9680529" cy="549038"/>
      </dsp:txXfrm>
    </dsp:sp>
    <dsp:sp modelId="{F1629BFF-BC46-413B-ACD4-F4EA9E41080A}">
      <dsp:nvSpPr>
        <dsp:cNvPr id="0" name=""/>
        <dsp:cNvSpPr/>
      </dsp:nvSpPr>
      <dsp:spPr>
        <a:xfrm>
          <a:off x="0" y="3761142"/>
          <a:ext cx="9680529" cy="0"/>
        </a:xfrm>
        <a:prstGeom prst="line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E8B10E-53B2-48FB-BD39-5E8CC713120E}">
      <dsp:nvSpPr>
        <dsp:cNvPr id="0" name=""/>
        <dsp:cNvSpPr/>
      </dsp:nvSpPr>
      <dsp:spPr>
        <a:xfrm>
          <a:off x="0" y="3811016"/>
          <a:ext cx="9680529" cy="549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Actividades extracurriculares como parte de las actividades para el desarrollo del contenido y cumplimiento de los aprendizajes esperados.</a:t>
          </a:r>
          <a:endParaRPr lang="es-MX" sz="1500" kern="1200" dirty="0"/>
        </a:p>
      </dsp:txBody>
      <dsp:txXfrm>
        <a:off x="0" y="3811016"/>
        <a:ext cx="9680529" cy="54903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EEF40-E587-423B-A17E-480DB9A71EC2}">
      <dsp:nvSpPr>
        <dsp:cNvPr id="0" name=""/>
        <dsp:cNvSpPr/>
      </dsp:nvSpPr>
      <dsp:spPr>
        <a:xfrm>
          <a:off x="0" y="2397"/>
          <a:ext cx="1064840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EEC19-1ACF-4539-862C-6D1DCD623FBC}">
      <dsp:nvSpPr>
        <dsp:cNvPr id="0" name=""/>
        <dsp:cNvSpPr/>
      </dsp:nvSpPr>
      <dsp:spPr>
        <a:xfrm>
          <a:off x="0" y="2397"/>
          <a:ext cx="10648406" cy="817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smtClean="0"/>
            <a:t>Adaptaciones curriculares, flexible a las versiones que cada docente desarrolla (notas, cuaderno, etc.) y en el caso de Telesecundaria, las adaptaciones que requieren las actividades propuestas en las parrillas, dosificaciones, así como en los libros del alumno y el maestro.</a:t>
          </a:r>
          <a:endParaRPr lang="es-MX" sz="1600" kern="1200"/>
        </a:p>
      </dsp:txBody>
      <dsp:txXfrm>
        <a:off x="0" y="2397"/>
        <a:ext cx="10648406" cy="817602"/>
      </dsp:txXfrm>
    </dsp:sp>
    <dsp:sp modelId="{159BC3F5-BEF3-42B8-AB7F-C6EED78F4E63}">
      <dsp:nvSpPr>
        <dsp:cNvPr id="0" name=""/>
        <dsp:cNvSpPr/>
      </dsp:nvSpPr>
      <dsp:spPr>
        <a:xfrm>
          <a:off x="0" y="819999"/>
          <a:ext cx="10648406" cy="0"/>
        </a:xfrm>
        <a:prstGeom prst="line">
          <a:avLst/>
        </a:prstGeom>
        <a:solidFill>
          <a:schemeClr val="accent4">
            <a:hueOff val="2079139"/>
            <a:satOff val="-9594"/>
            <a:lumOff val="353"/>
            <a:alphaOff val="0"/>
          </a:schemeClr>
        </a:solidFill>
        <a:ln w="12700" cap="flat" cmpd="sng" algn="ctr">
          <a:solidFill>
            <a:schemeClr val="accent4">
              <a:hueOff val="2079139"/>
              <a:satOff val="-9594"/>
              <a:lumOff val="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74723-3E6A-4517-899F-EEC441369673}">
      <dsp:nvSpPr>
        <dsp:cNvPr id="0" name=""/>
        <dsp:cNvSpPr/>
      </dsp:nvSpPr>
      <dsp:spPr>
        <a:xfrm>
          <a:off x="0" y="887304"/>
          <a:ext cx="10648406" cy="817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Formas en las que organiza a los alumnos dependiendo de sus características, grado o diversidad lingüística.</a:t>
          </a:r>
          <a:endParaRPr lang="es-MX" sz="1600" kern="1200" dirty="0"/>
        </a:p>
      </dsp:txBody>
      <dsp:txXfrm>
        <a:off x="0" y="887304"/>
        <a:ext cx="10648406" cy="817602"/>
      </dsp:txXfrm>
    </dsp:sp>
    <dsp:sp modelId="{81C98E03-3F51-4FCE-88A9-F1785BC248C4}">
      <dsp:nvSpPr>
        <dsp:cNvPr id="0" name=""/>
        <dsp:cNvSpPr/>
      </dsp:nvSpPr>
      <dsp:spPr>
        <a:xfrm>
          <a:off x="0" y="1438098"/>
          <a:ext cx="10648406" cy="0"/>
        </a:xfrm>
        <a:prstGeom prst="line">
          <a:avLst/>
        </a:prstGeom>
        <a:solidFill>
          <a:schemeClr val="accent4">
            <a:hueOff val="4158277"/>
            <a:satOff val="-19187"/>
            <a:lumOff val="706"/>
            <a:alphaOff val="0"/>
          </a:schemeClr>
        </a:solidFill>
        <a:ln w="12700" cap="flat" cmpd="sng" algn="ctr">
          <a:solidFill>
            <a:schemeClr val="accent4">
              <a:hueOff val="4158277"/>
              <a:satOff val="-19187"/>
              <a:lumOff val="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90B76-7C8C-4CF9-82E7-EB9CDA56C833}">
      <dsp:nvSpPr>
        <dsp:cNvPr id="0" name=""/>
        <dsp:cNvSpPr/>
      </dsp:nvSpPr>
      <dsp:spPr>
        <a:xfrm>
          <a:off x="0" y="1637601"/>
          <a:ext cx="10648406" cy="817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Formas de optimizar el tiempo para actividades de enseñanza, de gestión, acciones remediales, propedéuticas, etc.</a:t>
          </a:r>
          <a:endParaRPr lang="es-MX" sz="1600" kern="1200" dirty="0"/>
        </a:p>
      </dsp:txBody>
      <dsp:txXfrm>
        <a:off x="0" y="1637601"/>
        <a:ext cx="10648406" cy="817602"/>
      </dsp:txXfrm>
    </dsp:sp>
    <dsp:sp modelId="{0E2CE992-B507-4C19-82B6-9AF03E04DC09}">
      <dsp:nvSpPr>
        <dsp:cNvPr id="0" name=""/>
        <dsp:cNvSpPr/>
      </dsp:nvSpPr>
      <dsp:spPr>
        <a:xfrm>
          <a:off x="0" y="2155945"/>
          <a:ext cx="10648406" cy="0"/>
        </a:xfrm>
        <a:prstGeom prst="line">
          <a:avLst/>
        </a:prstGeom>
        <a:solidFill>
          <a:schemeClr val="accent4">
            <a:hueOff val="6237415"/>
            <a:satOff val="-28781"/>
            <a:lumOff val="1059"/>
            <a:alphaOff val="0"/>
          </a:schemeClr>
        </a:solidFill>
        <a:ln w="12700" cap="flat" cmpd="sng" algn="ctr">
          <a:solidFill>
            <a:schemeClr val="accent4">
              <a:hueOff val="6237415"/>
              <a:satOff val="-28781"/>
              <a:lumOff val="1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E5D4E-5AFB-4FB8-B57F-C8D94AA158FD}">
      <dsp:nvSpPr>
        <dsp:cNvPr id="0" name=""/>
        <dsp:cNvSpPr/>
      </dsp:nvSpPr>
      <dsp:spPr>
        <a:xfrm>
          <a:off x="0" y="2455204"/>
          <a:ext cx="10648406" cy="817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smtClean="0"/>
            <a:t>Tipo de actividades y materiales didácticos que diseña, adapta, recupera o traduce para desarrollar los aprendizajes. </a:t>
          </a:r>
          <a:endParaRPr lang="es-MX" sz="1600" kern="1200"/>
        </a:p>
      </dsp:txBody>
      <dsp:txXfrm>
        <a:off x="0" y="2455204"/>
        <a:ext cx="10648406" cy="817602"/>
      </dsp:txXfrm>
    </dsp:sp>
    <dsp:sp modelId="{EB66581E-AF13-4696-98BF-6F4574FA92CA}">
      <dsp:nvSpPr>
        <dsp:cNvPr id="0" name=""/>
        <dsp:cNvSpPr/>
      </dsp:nvSpPr>
      <dsp:spPr>
        <a:xfrm>
          <a:off x="0" y="2990177"/>
          <a:ext cx="10648406" cy="0"/>
        </a:xfrm>
        <a:prstGeom prst="line">
          <a:avLst/>
        </a:prstGeom>
        <a:solidFill>
          <a:schemeClr val="accent4">
            <a:hueOff val="8316554"/>
            <a:satOff val="-38374"/>
            <a:lumOff val="1412"/>
            <a:alphaOff val="0"/>
          </a:schemeClr>
        </a:solidFill>
        <a:ln w="12700" cap="flat" cmpd="sng" algn="ctr">
          <a:solidFill>
            <a:schemeClr val="accent4">
              <a:hueOff val="8316554"/>
              <a:satOff val="-38374"/>
              <a:lumOff val="1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C6016-5C27-4B20-A3D9-3076E01F12D4}">
      <dsp:nvSpPr>
        <dsp:cNvPr id="0" name=""/>
        <dsp:cNvSpPr/>
      </dsp:nvSpPr>
      <dsp:spPr>
        <a:xfrm>
          <a:off x="0" y="3272806"/>
          <a:ext cx="10648406" cy="817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smtClean="0"/>
            <a:t>Registro de avances en el logro de aprendizajes de cada uno de sus alumnos a través de la observación.</a:t>
          </a:r>
          <a:endParaRPr lang="es-MX" sz="1600" kern="1200"/>
        </a:p>
      </dsp:txBody>
      <dsp:txXfrm>
        <a:off x="0" y="3272806"/>
        <a:ext cx="10648406" cy="817602"/>
      </dsp:txXfrm>
    </dsp:sp>
    <dsp:sp modelId="{0A5ADD9C-619D-4C9C-BF0D-F0849BE079C9}">
      <dsp:nvSpPr>
        <dsp:cNvPr id="0" name=""/>
        <dsp:cNvSpPr/>
      </dsp:nvSpPr>
      <dsp:spPr>
        <a:xfrm>
          <a:off x="0" y="3741275"/>
          <a:ext cx="10648406" cy="0"/>
        </a:xfrm>
        <a:prstGeom prst="line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45D78-00F0-4988-8054-BAA3ED90EB56}">
      <dsp:nvSpPr>
        <dsp:cNvPr id="0" name=""/>
        <dsp:cNvSpPr/>
      </dsp:nvSpPr>
      <dsp:spPr>
        <a:xfrm>
          <a:off x="0" y="3824401"/>
          <a:ext cx="10648406" cy="817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Recuperación de elementos del contexto que se reflejan e influyen en su práctica, como el apoyo que reciben por parte de la comunidad y de los padres de familia. Para el caso de Educación indígena: relatos, cantos, poemas, tradiciones, entre otros.</a:t>
          </a:r>
          <a:endParaRPr lang="es-MX" sz="1600" kern="1200" dirty="0"/>
        </a:p>
      </dsp:txBody>
      <dsp:txXfrm>
        <a:off x="0" y="3824401"/>
        <a:ext cx="10648406" cy="8176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56DF5-5B49-4BFE-ADEF-0ECFDCCA2BF7}">
      <dsp:nvSpPr>
        <dsp:cNvPr id="0" name=""/>
        <dsp:cNvSpPr/>
      </dsp:nvSpPr>
      <dsp:spPr>
        <a:xfrm>
          <a:off x="0" y="1957"/>
          <a:ext cx="1011935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938B6-4768-4DDD-854C-1ECE11049BD1}">
      <dsp:nvSpPr>
        <dsp:cNvPr id="0" name=""/>
        <dsp:cNvSpPr/>
      </dsp:nvSpPr>
      <dsp:spPr>
        <a:xfrm>
          <a:off x="0" y="1957"/>
          <a:ext cx="10119359" cy="1334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dirty="0" smtClean="0"/>
            <a:t>Las tareas evaluativas conservarían el enfoque actual sobre el análisis del docente sobre su intervención y sobre qué necesita mejorar y en qué aspectos requiere formarse, además </a:t>
          </a:r>
          <a:r>
            <a:rPr lang="es-MX" sz="2600" kern="1200" dirty="0" smtClean="0"/>
            <a:t>se sugiere incluir la reflexión sobre:</a:t>
          </a:r>
          <a:endParaRPr lang="es-MX" sz="2600" kern="1200" dirty="0"/>
        </a:p>
      </dsp:txBody>
      <dsp:txXfrm>
        <a:off x="0" y="1957"/>
        <a:ext cx="10119359" cy="1334863"/>
      </dsp:txXfrm>
    </dsp:sp>
    <dsp:sp modelId="{F0304733-EF11-41FD-B132-DBF2BBB910C4}">
      <dsp:nvSpPr>
        <dsp:cNvPr id="0" name=""/>
        <dsp:cNvSpPr/>
      </dsp:nvSpPr>
      <dsp:spPr>
        <a:xfrm>
          <a:off x="0" y="1336820"/>
          <a:ext cx="10119359" cy="0"/>
        </a:xfrm>
        <a:prstGeom prst="line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34E66-E15B-4E8A-AF43-D20FF9831309}">
      <dsp:nvSpPr>
        <dsp:cNvPr id="0" name=""/>
        <dsp:cNvSpPr/>
      </dsp:nvSpPr>
      <dsp:spPr>
        <a:xfrm>
          <a:off x="0" y="1336820"/>
          <a:ext cx="10119359" cy="1334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dirty="0" smtClean="0"/>
            <a:t>El trabajo colaborativo y en colegiado en espacios disponibles como el Consejo Técnico de Zona.</a:t>
          </a:r>
          <a:endParaRPr lang="es-MX" sz="2600" kern="1200" dirty="0"/>
        </a:p>
      </dsp:txBody>
      <dsp:txXfrm>
        <a:off x="0" y="1336820"/>
        <a:ext cx="10119359" cy="1334863"/>
      </dsp:txXfrm>
    </dsp:sp>
    <dsp:sp modelId="{5E56C5FD-09B7-47EE-A726-824D36464C9F}">
      <dsp:nvSpPr>
        <dsp:cNvPr id="0" name=""/>
        <dsp:cNvSpPr/>
      </dsp:nvSpPr>
      <dsp:spPr>
        <a:xfrm>
          <a:off x="0" y="2671684"/>
          <a:ext cx="10119359" cy="0"/>
        </a:xfrm>
        <a:prstGeom prst="line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C59EF-B420-4273-9E37-385FC8741D2D}">
      <dsp:nvSpPr>
        <dsp:cNvPr id="0" name=""/>
        <dsp:cNvSpPr/>
      </dsp:nvSpPr>
      <dsp:spPr>
        <a:xfrm>
          <a:off x="0" y="2671684"/>
          <a:ext cx="10119359" cy="1334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dirty="0" smtClean="0"/>
            <a:t>La complejidad que implica los procesos de adaptación curricular, de atención a la diversidad y a las necesidades de los alumnos; uso y adaptación de materiales.</a:t>
          </a:r>
          <a:endParaRPr lang="es-MX" sz="2600" kern="1200" dirty="0"/>
        </a:p>
      </dsp:txBody>
      <dsp:txXfrm>
        <a:off x="0" y="2671684"/>
        <a:ext cx="10119359" cy="133486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CE637A-A884-4FAF-BCA7-37A026633E17}">
      <dsp:nvSpPr>
        <dsp:cNvPr id="0" name=""/>
        <dsp:cNvSpPr/>
      </dsp:nvSpPr>
      <dsp:spPr>
        <a:xfrm>
          <a:off x="0" y="22001"/>
          <a:ext cx="9633355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7655" tIns="749808" rIns="747655" bIns="128016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800" kern="1200" dirty="0" smtClean="0"/>
            <a:t>Se puede mantener el Examen de Preescolar y Primaria General.</a:t>
          </a:r>
          <a:endParaRPr lang="es-ES" sz="1800" kern="1200" dirty="0"/>
        </a:p>
      </dsp:txBody>
      <dsp:txXfrm>
        <a:off x="0" y="22001"/>
        <a:ext cx="9633355" cy="1134000"/>
      </dsp:txXfrm>
    </dsp:sp>
    <dsp:sp modelId="{254A9D6D-32CF-4D25-879F-88BDF8DF2169}">
      <dsp:nvSpPr>
        <dsp:cNvPr id="0" name=""/>
        <dsp:cNvSpPr/>
      </dsp:nvSpPr>
      <dsp:spPr>
        <a:xfrm>
          <a:off x="481667" y="29748"/>
          <a:ext cx="6743348" cy="523612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883" tIns="0" rIns="254883" bIns="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kern="1200" dirty="0" smtClean="0"/>
            <a:t>MULTIGRADO</a:t>
          </a:r>
          <a:endParaRPr lang="es-ES" sz="2000" kern="1200" dirty="0"/>
        </a:p>
      </dsp:txBody>
      <dsp:txXfrm>
        <a:off x="507228" y="55309"/>
        <a:ext cx="6692226" cy="472490"/>
      </dsp:txXfrm>
    </dsp:sp>
    <dsp:sp modelId="{2C22AF92-E1D9-4AE9-9D47-389A9AC2AB00}">
      <dsp:nvSpPr>
        <dsp:cNvPr id="0" name=""/>
        <dsp:cNvSpPr/>
      </dsp:nvSpPr>
      <dsp:spPr>
        <a:xfrm>
          <a:off x="0" y="1334216"/>
          <a:ext cx="9633355" cy="3061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7655" tIns="749808" rIns="747655" bIns="113792" numCol="1" spcCol="1270" anchor="t" anchorCtr="0">
          <a:noAutofit/>
        </a:bodyPr>
        <a:lstStyle/>
        <a:p>
          <a:pPr marL="265113" lvl="1" indent="-173038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600" kern="1200" dirty="0" smtClean="0">
              <a:latin typeface="+mn-lt"/>
            </a:rPr>
            <a:t>Es necesario diseñar instrumentos diferentes a los existentes en el modelo de evaluación de desempeño porque:</a:t>
          </a:r>
          <a:endParaRPr lang="es-ES" sz="1600" kern="1200" dirty="0">
            <a:latin typeface="+mn-lt"/>
          </a:endParaRPr>
        </a:p>
        <a:p>
          <a:pPr marL="712788" lvl="1" indent="-173038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600" kern="1200" dirty="0" smtClean="0">
              <a:latin typeface="+mn-lt"/>
            </a:rPr>
            <a:t>Son diferentes los PPI de Educación Indígena, cambia el nombre de algunos parámetros, tiene un parámetro adicional y más indicadores.</a:t>
          </a:r>
          <a:endParaRPr lang="es-ES" sz="1600" kern="1200" dirty="0">
            <a:latin typeface="+mn-lt"/>
          </a:endParaRPr>
        </a:p>
        <a:p>
          <a:pPr marL="712788" lvl="2" indent="-173038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600" kern="1200" dirty="0" smtClean="0">
              <a:latin typeface="+mn-lt"/>
            </a:rPr>
            <a:t>El marco normativo que evalúa la dimensión 5, es distinto en educación indígena.</a:t>
          </a:r>
          <a:endParaRPr lang="es-MX" sz="1600" kern="1200" dirty="0">
            <a:latin typeface="+mn-lt"/>
          </a:endParaRPr>
        </a:p>
        <a:p>
          <a:pPr marL="712788" lvl="2" indent="-173038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600" kern="1200" dirty="0" smtClean="0">
              <a:latin typeface="+mn-lt"/>
            </a:rPr>
            <a:t>Se propone una distribución diferente en la que algunos indicadores se trasladen a la etapa 2.</a:t>
          </a:r>
        </a:p>
        <a:p>
          <a:pPr marL="342900" lvl="1" indent="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600" kern="1200" dirty="0" smtClean="0">
              <a:latin typeface="+mn-lt"/>
            </a:rPr>
            <a:t>Además, deberá ser requisito presentar examen de lengua, con una metodología similar a la del Concurso de Oposición para el Ingreso, aunque con contenidos diferentes.</a:t>
          </a:r>
        </a:p>
      </dsp:txBody>
      <dsp:txXfrm>
        <a:off x="0" y="1334216"/>
        <a:ext cx="9633355" cy="3061800"/>
      </dsp:txXfrm>
    </dsp:sp>
    <dsp:sp modelId="{DCBC9B39-70AB-4FB0-B23B-6E3E1A593AC6}">
      <dsp:nvSpPr>
        <dsp:cNvPr id="0" name=""/>
        <dsp:cNvSpPr/>
      </dsp:nvSpPr>
      <dsp:spPr>
        <a:xfrm>
          <a:off x="481667" y="1350401"/>
          <a:ext cx="6743348" cy="515174"/>
        </a:xfrm>
        <a:prstGeom prst="roundRect">
          <a:avLst/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883" tIns="0" rIns="254883" bIns="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kern="1200" dirty="0" smtClean="0"/>
            <a:t>EDUCACIÓN INDÍGENA</a:t>
          </a:r>
          <a:endParaRPr lang="es-ES" sz="2000" kern="1200" dirty="0"/>
        </a:p>
      </dsp:txBody>
      <dsp:txXfrm>
        <a:off x="506816" y="1375550"/>
        <a:ext cx="6693050" cy="4648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2AF92-E1D9-4AE9-9D47-389A9AC2AB00}">
      <dsp:nvSpPr>
        <dsp:cNvPr id="0" name=""/>
        <dsp:cNvSpPr/>
      </dsp:nvSpPr>
      <dsp:spPr>
        <a:xfrm>
          <a:off x="0" y="929321"/>
          <a:ext cx="9633355" cy="2559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7655" tIns="1353820" rIns="747655" bIns="128016" numCol="1" spcCol="1270" anchor="t" anchorCtr="0">
          <a:noAutofit/>
        </a:bodyPr>
        <a:lstStyle/>
        <a:p>
          <a:pPr marL="265113" lvl="1" indent="-173038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800" kern="1200" dirty="0" smtClean="0"/>
            <a:t>Es necesario el diseño de un instrumento que evalúe conocimientos del modelo, materiales y didáctica generalizada en el servicio. 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800" kern="1200" dirty="0" smtClean="0"/>
            <a:t>Considerar que estos docentes trabajan con materiales que corresponden al Programa 2006</a:t>
          </a:r>
          <a:endParaRPr lang="es-MX" sz="1800" kern="1200" dirty="0"/>
        </a:p>
      </dsp:txBody>
      <dsp:txXfrm>
        <a:off x="0" y="929321"/>
        <a:ext cx="9633355" cy="2559375"/>
      </dsp:txXfrm>
    </dsp:sp>
    <dsp:sp modelId="{DCBC9B39-70AB-4FB0-B23B-6E3E1A593AC6}">
      <dsp:nvSpPr>
        <dsp:cNvPr id="0" name=""/>
        <dsp:cNvSpPr/>
      </dsp:nvSpPr>
      <dsp:spPr>
        <a:xfrm>
          <a:off x="481667" y="958544"/>
          <a:ext cx="6743348" cy="930176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883" tIns="0" rIns="254883" bIns="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TELESECUNDARIA</a:t>
          </a:r>
          <a:endParaRPr lang="es-ES" sz="2000" kern="1200" dirty="0"/>
        </a:p>
      </dsp:txBody>
      <dsp:txXfrm>
        <a:off x="527074" y="1003951"/>
        <a:ext cx="6652534" cy="83936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D8957-4A46-45E7-A943-5628D76A3F04}">
      <dsp:nvSpPr>
        <dsp:cNvPr id="0" name=""/>
        <dsp:cNvSpPr/>
      </dsp:nvSpPr>
      <dsp:spPr>
        <a:xfrm>
          <a:off x="0" y="0"/>
          <a:ext cx="991906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18EA87F-EC99-41AB-B5C9-FA1CFB7F76BD}">
      <dsp:nvSpPr>
        <dsp:cNvPr id="0" name=""/>
        <dsp:cNvSpPr/>
      </dsp:nvSpPr>
      <dsp:spPr>
        <a:xfrm>
          <a:off x="0" y="0"/>
          <a:ext cx="9919063" cy="1250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La aplicación de los instrumentos de las tres etapas debe ser </a:t>
          </a:r>
          <a:r>
            <a:rPr lang="es-ES" sz="2000" b="1" kern="1200" dirty="0" smtClean="0"/>
            <a:t>asistida </a:t>
          </a:r>
          <a:r>
            <a:rPr lang="es-ES" sz="2000" kern="1200" dirty="0" smtClean="0"/>
            <a:t>por el supervisor, o por una persona asignada por el supervisor durante todo el proceso.</a:t>
          </a:r>
          <a:endParaRPr lang="es-ES" sz="2000" kern="1200" dirty="0"/>
        </a:p>
      </dsp:txBody>
      <dsp:txXfrm>
        <a:off x="0" y="0"/>
        <a:ext cx="9919063" cy="1250441"/>
      </dsp:txXfrm>
    </dsp:sp>
    <dsp:sp modelId="{6AD5B7EE-3E31-4A18-B48C-9E078BEA5A55}">
      <dsp:nvSpPr>
        <dsp:cNvPr id="0" name=""/>
        <dsp:cNvSpPr/>
      </dsp:nvSpPr>
      <dsp:spPr>
        <a:xfrm>
          <a:off x="0" y="1085846"/>
          <a:ext cx="991906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2794F05-0816-4F42-98F1-F43C6CDD8636}">
      <dsp:nvSpPr>
        <dsp:cNvPr id="0" name=""/>
        <dsp:cNvSpPr/>
      </dsp:nvSpPr>
      <dsp:spPr>
        <a:xfrm>
          <a:off x="0" y="1250441"/>
          <a:ext cx="9919063" cy="1250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Se requiere del apoyo de la Cabecera Municipal o la Supervisión de zona para prestar un espacio dentro de sus instalaciones, prestar equipos de cómputo con las características técnicas solicitadas en la plataforma, acceso a internet y apoyo técnico. </a:t>
          </a:r>
          <a:endParaRPr lang="es-ES" sz="2000" kern="1200" dirty="0"/>
        </a:p>
      </dsp:txBody>
      <dsp:txXfrm>
        <a:off x="0" y="1250441"/>
        <a:ext cx="9919063" cy="1250441"/>
      </dsp:txXfrm>
    </dsp:sp>
    <dsp:sp modelId="{08312537-C77C-4785-8572-62931EF73F77}">
      <dsp:nvSpPr>
        <dsp:cNvPr id="0" name=""/>
        <dsp:cNvSpPr/>
      </dsp:nvSpPr>
      <dsp:spPr>
        <a:xfrm>
          <a:off x="0" y="2500883"/>
          <a:ext cx="991906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39060EE-C250-4BB3-8B5B-072D98E867A1}">
      <dsp:nvSpPr>
        <dsp:cNvPr id="0" name=""/>
        <dsp:cNvSpPr/>
      </dsp:nvSpPr>
      <dsp:spPr>
        <a:xfrm>
          <a:off x="0" y="2500883"/>
          <a:ext cx="9919063" cy="1250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La aplicación podría organizarse en la Supervisión de Zona como espacio geográfico de concurrencia de varios docentes, para facilitar el acompañamiento, la asesoría y el apoyo técnico. </a:t>
          </a:r>
          <a:endParaRPr lang="es-ES" sz="2000" kern="1200" dirty="0"/>
        </a:p>
      </dsp:txBody>
      <dsp:txXfrm>
        <a:off x="0" y="2500883"/>
        <a:ext cx="9919063" cy="1250441"/>
      </dsp:txXfrm>
    </dsp:sp>
    <dsp:sp modelId="{0746044C-35BA-4F5B-8A22-67C18F70F5E1}">
      <dsp:nvSpPr>
        <dsp:cNvPr id="0" name=""/>
        <dsp:cNvSpPr/>
      </dsp:nvSpPr>
      <dsp:spPr>
        <a:xfrm>
          <a:off x="0" y="3751325"/>
          <a:ext cx="991906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BC56C4D-560B-44ED-8700-618A5BD8B154}">
      <dsp:nvSpPr>
        <dsp:cNvPr id="0" name=""/>
        <dsp:cNvSpPr/>
      </dsp:nvSpPr>
      <dsp:spPr>
        <a:xfrm>
          <a:off x="0" y="3751325"/>
          <a:ext cx="9919063" cy="1250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En el caso de Educación Indígena y multigrado, se propone que la aplicación esté disponible en papel  y en línea. </a:t>
          </a:r>
          <a:endParaRPr lang="es-ES" sz="2000" kern="1200" dirty="0"/>
        </a:p>
      </dsp:txBody>
      <dsp:txXfrm>
        <a:off x="0" y="3751325"/>
        <a:ext cx="9919063" cy="125044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F5D78-4F1A-4DDC-8586-CED9EB8A57D8}">
      <dsp:nvSpPr>
        <dsp:cNvPr id="0" name=""/>
        <dsp:cNvSpPr/>
      </dsp:nvSpPr>
      <dsp:spPr>
        <a:xfrm>
          <a:off x="0" y="0"/>
          <a:ext cx="1035068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695CEDE-2A5C-4C76-93F0-5E52981B713F}">
      <dsp:nvSpPr>
        <dsp:cNvPr id="0" name=""/>
        <dsp:cNvSpPr/>
      </dsp:nvSpPr>
      <dsp:spPr>
        <a:xfrm>
          <a:off x="0" y="0"/>
          <a:ext cx="10350682" cy="2615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400" kern="1200" dirty="0" smtClean="0"/>
            <a:t>Se propone que la etapa 1 esté constituida  por dos cuestionarios:</a:t>
          </a:r>
        </a:p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400" kern="1200" dirty="0" smtClean="0"/>
            <a:t>-Un cuestionario que responde el propio docente evaluado</a:t>
          </a:r>
        </a:p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400" kern="1200" dirty="0" smtClean="0"/>
            <a:t>-Un cuestionario que será respondido por otro agente (Supervisor, pares, docentes de otro nivel existente en la comunidad, una autoridad de la comunidad: regidor, responsable del comité de educación).</a:t>
          </a:r>
          <a:endParaRPr lang="es-ES" sz="2400" kern="1200" dirty="0"/>
        </a:p>
      </dsp:txBody>
      <dsp:txXfrm>
        <a:off x="0" y="0"/>
        <a:ext cx="10350682" cy="2615944"/>
      </dsp:txXfrm>
    </dsp:sp>
    <dsp:sp modelId="{771954F9-B796-477D-879F-15F02225A4C0}">
      <dsp:nvSpPr>
        <dsp:cNvPr id="0" name=""/>
        <dsp:cNvSpPr/>
      </dsp:nvSpPr>
      <dsp:spPr>
        <a:xfrm>
          <a:off x="0" y="2992169"/>
          <a:ext cx="10350682" cy="0"/>
        </a:xfrm>
        <a:prstGeom prst="line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FC6428A-3AC3-41D5-A344-874D1823AA09}">
      <dsp:nvSpPr>
        <dsp:cNvPr id="0" name=""/>
        <dsp:cNvSpPr/>
      </dsp:nvSpPr>
      <dsp:spPr>
        <a:xfrm>
          <a:off x="0" y="2615944"/>
          <a:ext cx="10350682" cy="2615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2000" kern="1200" dirty="0" smtClean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Si la entrega es física, el Proyecto de enseñanza se presenta en una sola emisión; para el caso de la aplicación en línea, el docente puede elegir presentarlo en los tres momentos de desarrollo del Proyecto.</a:t>
          </a:r>
        </a:p>
      </dsp:txBody>
      <dsp:txXfrm>
        <a:off x="0" y="2615944"/>
        <a:ext cx="10350682" cy="261594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67B9B7-2A06-43C0-B94A-089FD718ECCB}">
      <dsp:nvSpPr>
        <dsp:cNvPr id="0" name=""/>
        <dsp:cNvSpPr/>
      </dsp:nvSpPr>
      <dsp:spPr>
        <a:xfrm rot="5400000">
          <a:off x="-212654" y="943529"/>
          <a:ext cx="1417696" cy="992387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Antes</a:t>
          </a:r>
          <a:endParaRPr lang="es-ES" sz="2400" kern="1200" dirty="0"/>
        </a:p>
      </dsp:txBody>
      <dsp:txXfrm rot="-5400000">
        <a:off x="1" y="1227069"/>
        <a:ext cx="992387" cy="425309"/>
      </dsp:txXfrm>
    </dsp:sp>
    <dsp:sp modelId="{6D52372A-9CBD-435C-A55D-698A0BD78C9D}">
      <dsp:nvSpPr>
        <dsp:cNvPr id="0" name=""/>
        <dsp:cNvSpPr/>
      </dsp:nvSpPr>
      <dsp:spPr>
        <a:xfrm rot="5400000">
          <a:off x="5106369" y="-3998578"/>
          <a:ext cx="2377883" cy="1060584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000" u="none" strike="noStrike" kern="1200" dirty="0" smtClean="0">
              <a:effectLst/>
            </a:rPr>
            <a:t>Realizar sesiones de capacitación en el uso de la plataforma.</a:t>
          </a:r>
          <a:endParaRPr lang="es-E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000" u="none" strike="noStrike" kern="1200" dirty="0" smtClean="0">
              <a:effectLst/>
            </a:rPr>
            <a:t>Diseñar el curso "Proyectar la enseñanza" y ofrecerlo manera presencial para Educación Indígena y multigrado.</a:t>
          </a:r>
          <a:endParaRPr lang="es-E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000" u="none" strike="noStrike" kern="1200" dirty="0" smtClean="0">
              <a:effectLst/>
            </a:rPr>
            <a:t>Proveer a los docentes material para que realicen la evaluación (apoyo para imprimir EAMI, PPI, Guías)</a:t>
          </a:r>
          <a:endParaRPr lang="es-E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000" b="0" u="none" strike="noStrike" kern="1200" dirty="0" smtClean="0">
              <a:effectLst/>
            </a:rPr>
            <a:t>Contar con manuales didácticos dirigidos específicamente a la población a evaluar.</a:t>
          </a:r>
          <a:br>
            <a:rPr lang="es-ES" sz="2000" b="0" u="none" strike="noStrike" kern="1200" dirty="0" smtClean="0">
              <a:effectLst/>
            </a:rPr>
          </a:br>
          <a:r>
            <a:rPr lang="es-ES" sz="2000" b="0" u="none" strike="noStrike" kern="1200" dirty="0" smtClean="0">
              <a:effectLst/>
            </a:rPr>
            <a:t>Desarrollar estrategias eficientes para la difusión oportuna de la información sobre el proceso de evaluación </a:t>
          </a:r>
          <a:endParaRPr lang="es-ES" sz="2000" kern="1200" dirty="0"/>
        </a:p>
      </dsp:txBody>
      <dsp:txXfrm rot="-5400000">
        <a:off x="992388" y="231482"/>
        <a:ext cx="10489767" cy="2145725"/>
      </dsp:txXfrm>
    </dsp:sp>
    <dsp:sp modelId="{7DBDFF55-A850-4A7E-A98A-81C14B522B14}">
      <dsp:nvSpPr>
        <dsp:cNvPr id="0" name=""/>
        <dsp:cNvSpPr/>
      </dsp:nvSpPr>
      <dsp:spPr>
        <a:xfrm rot="5400000">
          <a:off x="-212654" y="2438528"/>
          <a:ext cx="1417696" cy="992387"/>
        </a:xfrm>
        <a:prstGeom prst="chevron">
          <a:avLst/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200" kern="1200" dirty="0" smtClean="0"/>
            <a:t>Durante</a:t>
          </a:r>
          <a:endParaRPr lang="es-ES" sz="2200" kern="1200" dirty="0"/>
        </a:p>
      </dsp:txBody>
      <dsp:txXfrm rot="-5400000">
        <a:off x="1" y="2722068"/>
        <a:ext cx="992387" cy="425309"/>
      </dsp:txXfrm>
    </dsp:sp>
    <dsp:sp modelId="{944F33A1-0F8F-4C38-A694-B48D0752D867}">
      <dsp:nvSpPr>
        <dsp:cNvPr id="0" name=""/>
        <dsp:cNvSpPr/>
      </dsp:nvSpPr>
      <dsp:spPr>
        <a:xfrm rot="5400000">
          <a:off x="5834559" y="-2326779"/>
          <a:ext cx="921502" cy="1060584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000" b="0" u="none" strike="noStrike" kern="1200" dirty="0" smtClean="0">
              <a:effectLst/>
            </a:rPr>
            <a:t>Establecer días específicos en la supervisión para </a:t>
          </a:r>
          <a:r>
            <a:rPr lang="es-ES" sz="2000" b="1" u="none" strike="noStrike" kern="1200" dirty="0" smtClean="0">
              <a:effectLst/>
            </a:rPr>
            <a:t>asesorar a los docentes en el desarrollo </a:t>
          </a:r>
          <a:r>
            <a:rPr lang="es-ES" sz="2000" b="0" u="none" strike="noStrike" kern="1200" dirty="0" smtClean="0">
              <a:effectLst/>
            </a:rPr>
            <a:t>del proyecto o bien, en las sesiones del Consejo de Zona</a:t>
          </a:r>
          <a:endParaRPr lang="es-E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000" b="0" u="none" strike="noStrike" kern="1200" dirty="0" smtClean="0">
              <a:effectLst/>
            </a:rPr>
            <a:t>Ofrecer apoyo técnico para digitalizar evidencias y para el uso de la plataforma. </a:t>
          </a:r>
        </a:p>
      </dsp:txBody>
      <dsp:txXfrm rot="-5400000">
        <a:off x="992387" y="2560377"/>
        <a:ext cx="10560862" cy="831534"/>
      </dsp:txXfrm>
    </dsp:sp>
    <dsp:sp modelId="{CDCB700B-623E-49CD-9FA6-C40DBEA53E85}">
      <dsp:nvSpPr>
        <dsp:cNvPr id="0" name=""/>
        <dsp:cNvSpPr/>
      </dsp:nvSpPr>
      <dsp:spPr>
        <a:xfrm rot="5400000">
          <a:off x="-212654" y="3701531"/>
          <a:ext cx="1417696" cy="992387"/>
        </a:xfrm>
        <a:prstGeom prst="chevron">
          <a:avLst/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200" kern="1200" dirty="0" smtClean="0"/>
            <a:t>Después</a:t>
          </a:r>
          <a:endParaRPr lang="es-ES" sz="2200" kern="1200" dirty="0"/>
        </a:p>
      </dsp:txBody>
      <dsp:txXfrm rot="-5400000">
        <a:off x="1" y="3985071"/>
        <a:ext cx="992387" cy="425309"/>
      </dsp:txXfrm>
    </dsp:sp>
    <dsp:sp modelId="{C09F7BB3-D97C-4AA2-85FB-2C8584613571}">
      <dsp:nvSpPr>
        <dsp:cNvPr id="0" name=""/>
        <dsp:cNvSpPr/>
      </dsp:nvSpPr>
      <dsp:spPr>
        <a:xfrm rot="5400000">
          <a:off x="5834559" y="-1220293"/>
          <a:ext cx="921502" cy="1060584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es-ES" sz="2000" b="0" u="none" strike="noStrike" kern="1200" dirty="0" smtClean="0">
              <a:effectLst/>
            </a:rPr>
            <a:t>Organizar sesiones de asesoría a los docentes  para analizar los resultados de su evaluación  estas acciones podrían realizarse con apoyo del SATE</a:t>
          </a:r>
          <a:endParaRPr lang="es-ES" sz="2000" kern="1200" dirty="0"/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es-ES" sz="2000" kern="1200" dirty="0" smtClean="0"/>
            <a:t>Ofrecer una oferta especifica de formación a los docentes de estos tipos de servicio</a:t>
          </a:r>
          <a:endParaRPr lang="es-ES" sz="2000" kern="1200" dirty="0"/>
        </a:p>
      </dsp:txBody>
      <dsp:txXfrm rot="-5400000">
        <a:off x="992387" y="3666863"/>
        <a:ext cx="10560862" cy="83153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998D1-69DF-4C08-BE34-D56F6CD26ED9}">
      <dsp:nvSpPr>
        <dsp:cNvPr id="0" name=""/>
        <dsp:cNvSpPr/>
      </dsp:nvSpPr>
      <dsp:spPr>
        <a:xfrm>
          <a:off x="0" y="0"/>
          <a:ext cx="103942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7803740-B031-49B7-9140-6C80137C868A}">
      <dsp:nvSpPr>
        <dsp:cNvPr id="0" name=""/>
        <dsp:cNvSpPr/>
      </dsp:nvSpPr>
      <dsp:spPr>
        <a:xfrm>
          <a:off x="0" y="0"/>
          <a:ext cx="10394224" cy="116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u="none" strike="noStrike" kern="1200" dirty="0" smtClean="0">
              <a:effectLst/>
            </a:rPr>
            <a:t>Docentes con experiencia en la práctica docente multigrado, indígena o telesecundaria, según corresponda.</a:t>
          </a:r>
          <a:endParaRPr lang="es-ES" sz="2400" kern="1200" dirty="0"/>
        </a:p>
      </dsp:txBody>
      <dsp:txXfrm>
        <a:off x="0" y="0"/>
        <a:ext cx="10394224" cy="1169336"/>
      </dsp:txXfrm>
    </dsp:sp>
    <dsp:sp modelId="{07EBC65D-9EBC-42B4-8439-67B7A39448DC}">
      <dsp:nvSpPr>
        <dsp:cNvPr id="0" name=""/>
        <dsp:cNvSpPr/>
      </dsp:nvSpPr>
      <dsp:spPr>
        <a:xfrm>
          <a:off x="0" y="1169336"/>
          <a:ext cx="103942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8B01576-7232-4C32-B9CB-4D17D5FE73B1}">
      <dsp:nvSpPr>
        <dsp:cNvPr id="0" name=""/>
        <dsp:cNvSpPr/>
      </dsp:nvSpPr>
      <dsp:spPr>
        <a:xfrm>
          <a:off x="0" y="1169336"/>
          <a:ext cx="10394224" cy="116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u="none" strike="noStrike" kern="1200" dirty="0" smtClean="0">
              <a:effectLst/>
            </a:rPr>
            <a:t>Tener conocimiento del funcionamiento y organización escolar de los</a:t>
          </a:r>
          <a:r>
            <a:rPr lang="es-ES" sz="2400" u="none" strike="noStrike" kern="1200" baseline="0" dirty="0" smtClean="0">
              <a:effectLst/>
            </a:rPr>
            <a:t> docentes en estos tipos de servicios.</a:t>
          </a:r>
          <a:r>
            <a:rPr lang="es-ES" sz="2400" u="none" strike="noStrike" kern="1200" dirty="0" smtClean="0">
              <a:effectLst/>
            </a:rPr>
            <a:t> </a:t>
          </a:r>
        </a:p>
      </dsp:txBody>
      <dsp:txXfrm>
        <a:off x="0" y="1169336"/>
        <a:ext cx="10394224" cy="1169336"/>
      </dsp:txXfrm>
    </dsp:sp>
    <dsp:sp modelId="{D4CB85F8-EACB-4893-AD18-55BF93472BE6}">
      <dsp:nvSpPr>
        <dsp:cNvPr id="0" name=""/>
        <dsp:cNvSpPr/>
      </dsp:nvSpPr>
      <dsp:spPr>
        <a:xfrm>
          <a:off x="0" y="2338673"/>
          <a:ext cx="103942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E84E0E6-4686-4351-A04B-879C8C0EF1E2}">
      <dsp:nvSpPr>
        <dsp:cNvPr id="0" name=""/>
        <dsp:cNvSpPr/>
      </dsp:nvSpPr>
      <dsp:spPr>
        <a:xfrm>
          <a:off x="0" y="2338673"/>
          <a:ext cx="10394224" cy="116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u="none" strike="noStrike" kern="1200" dirty="0" smtClean="0">
              <a:effectLst/>
            </a:rPr>
            <a:t>Ser especialistas en el nivel educativo y en la organización multigrado, educación indígena o telesecundaria. </a:t>
          </a:r>
        </a:p>
      </dsp:txBody>
      <dsp:txXfrm>
        <a:off x="0" y="2338673"/>
        <a:ext cx="10394224" cy="1169336"/>
      </dsp:txXfrm>
    </dsp:sp>
    <dsp:sp modelId="{E409912D-3F7A-473F-A9D3-6CA42F3403A1}">
      <dsp:nvSpPr>
        <dsp:cNvPr id="0" name=""/>
        <dsp:cNvSpPr/>
      </dsp:nvSpPr>
      <dsp:spPr>
        <a:xfrm>
          <a:off x="0" y="3508010"/>
          <a:ext cx="103942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D8DFF6E-F5A6-43F4-870A-1B72B51B73E2}">
      <dsp:nvSpPr>
        <dsp:cNvPr id="0" name=""/>
        <dsp:cNvSpPr/>
      </dsp:nvSpPr>
      <dsp:spPr>
        <a:xfrm>
          <a:off x="0" y="3508010"/>
          <a:ext cx="10394224" cy="116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u="none" strike="noStrike" kern="1200" dirty="0" smtClean="0">
              <a:effectLst/>
            </a:rPr>
            <a:t>En el caso de indígena o multigrado, se podría solicitar el apoyo de especialistas de la Red de Educadores de Multigrado y/o del CONAFE, para participar en el proceso de evaluación.</a:t>
          </a:r>
          <a:endParaRPr lang="es-ES" sz="2400" kern="1200" dirty="0"/>
        </a:p>
      </dsp:txBody>
      <dsp:txXfrm>
        <a:off x="0" y="3508010"/>
        <a:ext cx="10394224" cy="116933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37E4B-D7F1-4548-A7EE-21C3AEC41B64}">
      <dsp:nvSpPr>
        <dsp:cNvPr id="0" name=""/>
        <dsp:cNvSpPr/>
      </dsp:nvSpPr>
      <dsp:spPr>
        <a:xfrm>
          <a:off x="0" y="3829718"/>
          <a:ext cx="7962505" cy="83784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Junta de Gobierno con titulares </a:t>
          </a:r>
          <a:endParaRPr lang="es-ES" sz="2400" kern="1200" dirty="0"/>
        </a:p>
      </dsp:txBody>
      <dsp:txXfrm>
        <a:off x="0" y="3829718"/>
        <a:ext cx="7962505" cy="452438"/>
      </dsp:txXfrm>
    </dsp:sp>
    <dsp:sp modelId="{C19ED3EC-0C84-4ED9-9334-BE41362E5994}">
      <dsp:nvSpPr>
        <dsp:cNvPr id="0" name=""/>
        <dsp:cNvSpPr/>
      </dsp:nvSpPr>
      <dsp:spPr>
        <a:xfrm>
          <a:off x="0" y="4265400"/>
          <a:ext cx="7962505" cy="38541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16 de abril</a:t>
          </a:r>
          <a:endParaRPr lang="es-ES" sz="2400" kern="1200" dirty="0"/>
        </a:p>
      </dsp:txBody>
      <dsp:txXfrm>
        <a:off x="0" y="4265400"/>
        <a:ext cx="7962505" cy="385410"/>
      </dsp:txXfrm>
    </dsp:sp>
    <dsp:sp modelId="{014BD823-5429-4011-95E4-731F33FA747B}">
      <dsp:nvSpPr>
        <dsp:cNvPr id="0" name=""/>
        <dsp:cNvSpPr/>
      </dsp:nvSpPr>
      <dsp:spPr>
        <a:xfrm rot="10800000">
          <a:off x="0" y="2553674"/>
          <a:ext cx="7962505" cy="1288611"/>
        </a:xfrm>
        <a:prstGeom prst="upArrowCallout">
          <a:avLst/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Especialistas</a:t>
          </a:r>
          <a:endParaRPr lang="es-ES" sz="2400" kern="1200" dirty="0"/>
        </a:p>
      </dsp:txBody>
      <dsp:txXfrm rot="-10800000">
        <a:off x="0" y="2553674"/>
        <a:ext cx="7962505" cy="452302"/>
      </dsp:txXfrm>
    </dsp:sp>
    <dsp:sp modelId="{C028EE22-79B4-4E05-A6E5-4194CA84CED1}">
      <dsp:nvSpPr>
        <dsp:cNvPr id="0" name=""/>
        <dsp:cNvSpPr/>
      </dsp:nvSpPr>
      <dsp:spPr>
        <a:xfrm>
          <a:off x="0" y="3005977"/>
          <a:ext cx="7962505" cy="385294"/>
        </a:xfrm>
        <a:prstGeom prst="rect">
          <a:avLst/>
        </a:prstGeom>
        <a:solidFill>
          <a:schemeClr val="accent4">
            <a:tint val="40000"/>
            <a:alpha val="90000"/>
            <a:hueOff val="3837973"/>
            <a:satOff val="-20420"/>
            <a:lumOff val="-1163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3837973"/>
              <a:satOff val="-20420"/>
              <a:lumOff val="-11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11 de abril</a:t>
          </a:r>
          <a:endParaRPr lang="es-ES" sz="2400" kern="1200" dirty="0"/>
        </a:p>
      </dsp:txBody>
      <dsp:txXfrm>
        <a:off x="0" y="3005977"/>
        <a:ext cx="7962505" cy="385294"/>
      </dsp:txXfrm>
    </dsp:sp>
    <dsp:sp modelId="{94D05A14-D50E-47A5-B136-01D5F299EBE7}">
      <dsp:nvSpPr>
        <dsp:cNvPr id="0" name=""/>
        <dsp:cNvSpPr/>
      </dsp:nvSpPr>
      <dsp:spPr>
        <a:xfrm rot="10800000">
          <a:off x="0" y="1277631"/>
          <a:ext cx="7962505" cy="1288611"/>
        </a:xfrm>
        <a:prstGeom prst="upArrowCallout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CONTE</a:t>
          </a:r>
          <a:endParaRPr lang="es-ES" sz="2400" kern="1200" dirty="0"/>
        </a:p>
      </dsp:txBody>
      <dsp:txXfrm rot="-10800000">
        <a:off x="0" y="1277631"/>
        <a:ext cx="7962505" cy="452302"/>
      </dsp:txXfrm>
    </dsp:sp>
    <dsp:sp modelId="{5EF0FF7D-4180-48DC-AD6B-06600BB9B2E5}">
      <dsp:nvSpPr>
        <dsp:cNvPr id="0" name=""/>
        <dsp:cNvSpPr/>
      </dsp:nvSpPr>
      <dsp:spPr>
        <a:xfrm>
          <a:off x="0" y="1729933"/>
          <a:ext cx="7962505" cy="385294"/>
        </a:xfrm>
        <a:prstGeom prst="rect">
          <a:avLst/>
        </a:prstGeom>
        <a:solidFill>
          <a:schemeClr val="accent4">
            <a:tint val="40000"/>
            <a:alpha val="90000"/>
            <a:hueOff val="7675946"/>
            <a:satOff val="-40841"/>
            <a:lumOff val="-2327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7675946"/>
              <a:satOff val="-40841"/>
              <a:lumOff val="-23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05 y 06 de abril</a:t>
          </a:r>
          <a:endParaRPr lang="es-ES" sz="2400" kern="1200" dirty="0"/>
        </a:p>
      </dsp:txBody>
      <dsp:txXfrm>
        <a:off x="0" y="1729933"/>
        <a:ext cx="7962505" cy="385294"/>
      </dsp:txXfrm>
    </dsp:sp>
    <dsp:sp modelId="{324C606F-CAE0-4A2C-8AF0-1713B1458B27}">
      <dsp:nvSpPr>
        <dsp:cNvPr id="0" name=""/>
        <dsp:cNvSpPr/>
      </dsp:nvSpPr>
      <dsp:spPr>
        <a:xfrm rot="10800000">
          <a:off x="0" y="0"/>
          <a:ext cx="7962505" cy="1288611"/>
        </a:xfrm>
        <a:prstGeom prst="upArrowCallou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CNSPD - Formación continua - SEP</a:t>
          </a:r>
          <a:endParaRPr lang="es-ES" sz="2400" kern="1200" dirty="0"/>
        </a:p>
      </dsp:txBody>
      <dsp:txXfrm rot="-10800000">
        <a:off x="0" y="0"/>
        <a:ext cx="7962505" cy="452302"/>
      </dsp:txXfrm>
    </dsp:sp>
    <dsp:sp modelId="{72713370-E1FF-496E-8846-4CD2EA416B9E}">
      <dsp:nvSpPr>
        <dsp:cNvPr id="0" name=""/>
        <dsp:cNvSpPr/>
      </dsp:nvSpPr>
      <dsp:spPr>
        <a:xfrm>
          <a:off x="0" y="453890"/>
          <a:ext cx="7962505" cy="385294"/>
        </a:xfrm>
        <a:prstGeom prst="rect">
          <a:avLst/>
        </a:prstGeom>
        <a:solidFill>
          <a:schemeClr val="accent4">
            <a:tint val="40000"/>
            <a:alpha val="90000"/>
            <a:hueOff val="11513918"/>
            <a:satOff val="-61261"/>
            <a:lumOff val="-349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1513918"/>
              <a:satOff val="-61261"/>
              <a:lumOff val="-3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03 de abril</a:t>
          </a:r>
          <a:endParaRPr lang="es-ES" sz="2400" kern="1200" dirty="0"/>
        </a:p>
      </dsp:txBody>
      <dsp:txXfrm>
        <a:off x="0" y="453890"/>
        <a:ext cx="7962505" cy="3852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14F71814-875B-4208-86D6-4BFB43380A92}" type="datetimeFigureOut">
              <a:rPr lang="es-MX" smtClean="0"/>
              <a:t>03/04/2018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46E2C668-0FF2-495D-9650-1F88566934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4626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28299">
              <a:defRPr/>
            </a:pPr>
            <a:fld id="{C168EDFB-A71B-7742-B528-5D625D78732E}" type="slidenum">
              <a:rPr lang="es-ES_tradnl">
                <a:solidFill>
                  <a:prstClr val="black"/>
                </a:solidFill>
                <a:latin typeface="Calibri"/>
              </a:rPr>
              <a:pPr defTabSz="928299">
                <a:defRPr/>
              </a:pPr>
              <a:t>7</a:t>
            </a:fld>
            <a:endParaRPr lang="es-ES_tradnl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8034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B6257-ACD8-4E5A-9B22-202BCA5A3AAB}" type="datetime1">
              <a:rPr lang="es-MX" smtClean="0"/>
              <a:t>03/04/2018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029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8D2B9-C207-4681-8B26-EDA9720DD8E9}" type="datetime1">
              <a:rPr lang="es-MX" smtClean="0"/>
              <a:t>03/04/2018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866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6B50-3E0E-4320-9BD4-9D68CF7DACC6}" type="datetime1">
              <a:rPr lang="es-MX" smtClean="0"/>
              <a:t>03/04/2018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921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37741-19C8-4C16-91E7-1B5D8A6F6160}" type="datetime1">
              <a:rPr lang="es-MX" smtClean="0"/>
              <a:t>03/04/2018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4334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E4EDB-9792-4D0B-9373-9F4B4CEA037F}" type="datetime1">
              <a:rPr lang="es-MX" smtClean="0"/>
              <a:t>03/04/2018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501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3EF9-3672-43B9-AE2D-797B73A121F3}" type="datetime1">
              <a:rPr lang="es-MX" smtClean="0"/>
              <a:t>03/04/2018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750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6A5C-13F7-468E-A2D5-B430F2AD3B71}" type="datetime1">
              <a:rPr lang="es-MX" smtClean="0"/>
              <a:t>03/04/2018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680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109-D0CC-4254-AD73-B04B4B0D03F1}" type="datetime1">
              <a:rPr lang="es-MX" smtClean="0"/>
              <a:t>03/04/2018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00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5D4-5768-4FDC-B530-09F8088EA4A4}" type="datetime1">
              <a:rPr lang="es-MX" smtClean="0"/>
              <a:t>03/04/2018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1520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3312-1F20-4928-B3C6-3AE3806320A6}" type="datetime1">
              <a:rPr lang="es-MX" smtClean="0"/>
              <a:t>03/04/2018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671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40FD2-86C6-4E5F-9400-3E98AA3FFB2C}" type="datetime1">
              <a:rPr lang="es-MX" smtClean="0"/>
              <a:t>03/04/2018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728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8EB2D-9F07-42C8-80DC-D3C79421E9D8}" type="datetime1">
              <a:rPr lang="es-MX" smtClean="0"/>
              <a:t>03/04/2018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71B6F-727C-426F-BBCD-0F396424D6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2938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77845" y="3408218"/>
            <a:ext cx="10633576" cy="2490690"/>
          </a:xfrm>
        </p:spPr>
        <p:txBody>
          <a:bodyPr>
            <a:noAutofit/>
          </a:bodyPr>
          <a:lstStyle/>
          <a:p>
            <a:r>
              <a:rPr lang="es-MX" sz="4400" dirty="0" smtClean="0"/>
              <a:t>Propuesta </a:t>
            </a:r>
            <a:r>
              <a:rPr lang="es-MX" sz="4400" dirty="0"/>
              <a:t>de ajuste al modelo de evaluación de desempeño</a:t>
            </a:r>
            <a:br>
              <a:rPr lang="es-MX" sz="4400" dirty="0"/>
            </a:br>
            <a:r>
              <a:rPr lang="es-MX" sz="4400" dirty="0"/>
              <a:t/>
            </a:r>
            <a:br>
              <a:rPr lang="es-MX" sz="4400" dirty="0"/>
            </a:br>
            <a:endParaRPr lang="es-MX" sz="4400" dirty="0"/>
          </a:p>
        </p:txBody>
      </p:sp>
      <p:pic>
        <p:nvPicPr>
          <p:cNvPr id="6" name="Picture 2" descr="Estudio xploratori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45" y="609600"/>
            <a:ext cx="10633576" cy="260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1</a:t>
            </a:fld>
            <a:endParaRPr lang="es-ES_tradnl"/>
          </a:p>
        </p:txBody>
      </p:sp>
      <p:sp>
        <p:nvSpPr>
          <p:cNvPr id="3" name="CuadroTexto 2"/>
          <p:cNvSpPr txBox="1"/>
          <p:nvPr/>
        </p:nvSpPr>
        <p:spPr>
          <a:xfrm>
            <a:off x="9355318" y="5987018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03 de abril de 2018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9316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Contenido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s-MX" b="1" dirty="0" smtClean="0"/>
              <a:t>Cambios a los instrumentos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s-MX" sz="2800" dirty="0" smtClean="0"/>
              <a:t>Etapa 1. Informe de responsabilidades profesionales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s-MX" sz="2800" dirty="0" smtClean="0"/>
              <a:t>Etapa 2. Proyecto de enseñanza</a:t>
            </a:r>
          </a:p>
          <a:p>
            <a:pPr marL="971550" lvl="1" indent="-514350">
              <a:buFont typeface="+mj-lt"/>
              <a:buAutoNum type="alphaLcPeriod"/>
            </a:pPr>
            <a:r>
              <a:rPr lang="es-MX" sz="2800" dirty="0" smtClean="0"/>
              <a:t>Etapa 3. Examen de conocimientos didácticos y curriculares</a:t>
            </a:r>
          </a:p>
          <a:p>
            <a:pPr marL="971550" lvl="1" indent="-514350">
              <a:buFont typeface="+mj-lt"/>
              <a:buAutoNum type="alphaLcPeriod"/>
            </a:pPr>
            <a:endParaRPr lang="es-MX" sz="2800" dirty="0" smtClean="0"/>
          </a:p>
          <a:p>
            <a:pPr marL="0" indent="0">
              <a:buNone/>
            </a:pPr>
            <a:r>
              <a:rPr lang="es-MX" b="1" dirty="0"/>
              <a:t>2. Consideraciones sobre las modalidades y </a:t>
            </a:r>
            <a:r>
              <a:rPr lang="es-MX" b="1" dirty="0" smtClean="0"/>
              <a:t>logística </a:t>
            </a:r>
            <a:r>
              <a:rPr lang="es-MX" b="1" dirty="0"/>
              <a:t>de aplicación y </a:t>
            </a:r>
            <a:r>
              <a:rPr lang="es-MX" b="1" dirty="0" smtClean="0"/>
              <a:t>calificación</a:t>
            </a:r>
          </a:p>
          <a:p>
            <a:pPr marL="0" indent="0">
              <a:buNone/>
            </a:pPr>
            <a:r>
              <a:rPr lang="es-MX" dirty="0"/>
              <a:t> </a:t>
            </a:r>
            <a:r>
              <a:rPr lang="es-MX" dirty="0" smtClean="0"/>
              <a:t>    a. Apoyos </a:t>
            </a:r>
            <a:r>
              <a:rPr lang="es-MX" dirty="0"/>
              <a:t>requeridos para la </a:t>
            </a:r>
            <a:r>
              <a:rPr lang="es-MX" dirty="0" smtClean="0"/>
              <a:t>implementación</a:t>
            </a:r>
          </a:p>
          <a:p>
            <a:pPr marL="0" indent="0">
              <a:buNone/>
            </a:pPr>
            <a:r>
              <a:rPr lang="es-MX" dirty="0"/>
              <a:t> </a:t>
            </a:r>
            <a:r>
              <a:rPr lang="es-MX" dirty="0" smtClean="0"/>
              <a:t>    b. Características </a:t>
            </a:r>
            <a:r>
              <a:rPr lang="es-MX" dirty="0"/>
              <a:t>evaluadores</a:t>
            </a:r>
            <a:endParaRPr lang="es-MX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471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sz="5400" dirty="0" smtClean="0"/>
              <a:t>1. Cambios </a:t>
            </a:r>
            <a:r>
              <a:rPr lang="es-MX" sz="5400" dirty="0"/>
              <a:t>a los instrumentos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41057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s-MX" sz="2800" b="1" dirty="0" smtClean="0"/>
              <a:t>Educación Básica</a:t>
            </a:r>
          </a:p>
          <a:p>
            <a:r>
              <a:rPr lang="es-MX" sz="2800" b="1" dirty="0" smtClean="0"/>
              <a:t>Preescolar y Primaria Indígena</a:t>
            </a:r>
          </a:p>
          <a:p>
            <a:r>
              <a:rPr lang="es-MX" sz="2800" b="1" dirty="0"/>
              <a:t>Preescolar y Primaria </a:t>
            </a:r>
            <a:r>
              <a:rPr lang="es-MX" sz="2800" b="1" dirty="0" smtClean="0"/>
              <a:t>Multigrado</a:t>
            </a:r>
          </a:p>
          <a:p>
            <a:r>
              <a:rPr lang="es-MX" sz="2800" b="1" dirty="0" smtClean="0"/>
              <a:t>Telesecundaria</a:t>
            </a:r>
            <a:endParaRPr lang="es-MX" sz="28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67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9218" y="169285"/>
            <a:ext cx="10694581" cy="1325563"/>
          </a:xfrm>
        </p:spPr>
        <p:txBody>
          <a:bodyPr>
            <a:normAutofit/>
          </a:bodyPr>
          <a:lstStyle/>
          <a:p>
            <a:r>
              <a:rPr lang="es-MX" sz="3600" b="1" dirty="0"/>
              <a:t>Etapa 1.</a:t>
            </a:r>
            <a:r>
              <a:rPr lang="es-MX" sz="3600" dirty="0"/>
              <a:t> </a:t>
            </a:r>
            <a:r>
              <a:rPr lang="es-MX" sz="3600" dirty="0" smtClean="0"/>
              <a:t>Informe de responsabilidades profesionales</a:t>
            </a:r>
            <a:br>
              <a:rPr lang="es-MX" sz="3600" dirty="0" smtClean="0"/>
            </a:br>
            <a:r>
              <a:rPr lang="es-MX" sz="2400" dirty="0" smtClean="0"/>
              <a:t>(Educación indígena, Multigrado, Telesecundaria)</a:t>
            </a:r>
            <a:r>
              <a:rPr lang="es-MX" sz="2800" dirty="0" smtClean="0"/>
              <a:t> </a:t>
            </a:r>
            <a:endParaRPr lang="es-MX" sz="2800" dirty="0"/>
          </a:p>
        </p:txBody>
      </p:sp>
      <p:graphicFrame>
        <p:nvGraphicFramePr>
          <p:cNvPr id="7" name="Marcador de conteni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12311"/>
              </p:ext>
            </p:extLst>
          </p:nvPr>
        </p:nvGraphicFramePr>
        <p:xfrm>
          <a:off x="659219" y="1381116"/>
          <a:ext cx="10855841" cy="5078334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2120415">
                  <a:extLst>
                    <a:ext uri="{9D8B030D-6E8A-4147-A177-3AD203B41FA5}">
                      <a16:colId xmlns:a16="http://schemas.microsoft.com/office/drawing/2014/main" val="1558656398"/>
                    </a:ext>
                  </a:extLst>
                </a:gridCol>
                <a:gridCol w="8735426">
                  <a:extLst>
                    <a:ext uri="{9D8B030D-6E8A-4147-A177-3AD203B41FA5}">
                      <a16:colId xmlns:a16="http://schemas.microsoft.com/office/drawing/2014/main" val="3031117154"/>
                    </a:ext>
                  </a:extLst>
                </a:gridCol>
              </a:tblGrid>
              <a:tr h="403318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2400" b="1" u="none" strike="noStrike" dirty="0" smtClean="0">
                          <a:effectLst/>
                        </a:rPr>
                        <a:t>Modelo actual</a:t>
                      </a:r>
                      <a:endParaRPr lang="es-E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88" marR="5788" marT="578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2400" b="1" u="none" strike="noStrike" dirty="0" smtClean="0">
                          <a:effectLst/>
                        </a:rPr>
                        <a:t>Propuesta de ajuste</a:t>
                      </a:r>
                      <a:endParaRPr lang="es-E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88" marR="5788" marT="578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614868"/>
                  </a:ext>
                </a:extLst>
              </a:tr>
              <a:tr h="2027631"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s-ES" sz="1800" b="1" u="none" strike="noStrike" dirty="0" smtClean="0">
                          <a:effectLst/>
                        </a:rPr>
                        <a:t>Bloque I. Favorecer </a:t>
                      </a:r>
                      <a:r>
                        <a:rPr lang="es-ES" sz="1800" b="1" u="none" strike="noStrike" dirty="0">
                          <a:effectLst/>
                        </a:rPr>
                        <a:t>las sana convivencia con la </a:t>
                      </a:r>
                      <a:r>
                        <a:rPr lang="es-ES" sz="1800" b="1" u="none" strike="noStrike" dirty="0" smtClean="0">
                          <a:effectLst/>
                        </a:rPr>
                        <a:t>comunidad </a:t>
                      </a:r>
                      <a:r>
                        <a:rPr lang="es-ES" sz="1800" b="1" u="none" strike="noStrike" dirty="0">
                          <a:effectLst/>
                        </a:rPr>
                        <a:t>escolar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88" marR="5788" marT="5788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800" u="none" strike="noStrike" dirty="0" smtClean="0">
                          <a:effectLst/>
                        </a:rPr>
                        <a:t>Incluir reactivos </a:t>
                      </a:r>
                      <a:r>
                        <a:rPr lang="es-ES" sz="1800" u="none" strike="noStrike" baseline="0" dirty="0" smtClean="0">
                          <a:effectLst/>
                        </a:rPr>
                        <a:t>referidos al d</a:t>
                      </a:r>
                      <a:r>
                        <a:rPr lang="es-ES" sz="1800" u="none" strike="noStrike" dirty="0" smtClean="0">
                          <a:effectLst/>
                        </a:rPr>
                        <a:t>iagnóstico, que contemple la detección de conocimientos previos</a:t>
                      </a:r>
                      <a:r>
                        <a:rPr lang="es-ES" sz="1800" u="none" strike="noStrike" baseline="0" dirty="0" smtClean="0">
                          <a:effectLst/>
                        </a:rPr>
                        <a:t> y necesidades de los alumnos</a:t>
                      </a:r>
                      <a:r>
                        <a:rPr lang="es-ES" sz="1800" u="none" strike="noStrike" dirty="0" smtClean="0">
                          <a:effectLst/>
                        </a:rPr>
                        <a:t>. 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1800" u="none" strike="noStrike" dirty="0" smtClean="0">
                          <a:effectLst/>
                        </a:rPr>
                        <a:t>Revisar la pertinencia de adaptar</a:t>
                      </a:r>
                      <a:r>
                        <a:rPr lang="es-ES" sz="1800" u="none" strike="noStrike" baseline="0" dirty="0" smtClean="0">
                          <a:effectLst/>
                        </a:rPr>
                        <a:t> los</a:t>
                      </a:r>
                      <a:r>
                        <a:rPr lang="es-ES" sz="1800" u="none" strike="noStrike" dirty="0" smtClean="0">
                          <a:effectLst/>
                        </a:rPr>
                        <a:t> reactivos relacionados con la ruta de mejora, considerando que existen escuelas unitarias y </a:t>
                      </a:r>
                      <a:r>
                        <a:rPr lang="es-ES" sz="1800" u="none" strike="noStrike" dirty="0" err="1" smtClean="0">
                          <a:effectLst/>
                        </a:rPr>
                        <a:t>bidocentes</a:t>
                      </a:r>
                      <a:r>
                        <a:rPr lang="es-ES" sz="1800" u="none" strike="noStrike" dirty="0" smtClean="0">
                          <a:effectLst/>
                        </a:rPr>
                        <a:t>. 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800" u="none" strike="noStrike" dirty="0" smtClean="0">
                          <a:effectLst/>
                        </a:rPr>
                        <a:t>En el caso de Educación indígena: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800" u="none" strike="noStrike" baseline="0" dirty="0" smtClean="0">
                          <a:effectLst/>
                        </a:rPr>
                        <a:t> </a:t>
                      </a:r>
                      <a:r>
                        <a:rPr lang="es-ES" sz="1800" u="none" strike="noStrike" dirty="0" smtClean="0">
                          <a:effectLst/>
                        </a:rPr>
                        <a:t>Incorporar reactivos sobre las acciones del docente para fomentar y preservar la lengua materna indígena de sus alumnos.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800" u="none" strike="noStrike" dirty="0" smtClean="0">
                          <a:effectLst/>
                        </a:rPr>
                        <a:t>Incluir reactivos que permita evaluar las acciones del docente para fortalecer la identidad</a:t>
                      </a:r>
                      <a:r>
                        <a:rPr lang="es-ES" sz="1800" u="none" strike="noStrike" baseline="0" dirty="0" smtClean="0">
                          <a:effectLst/>
                        </a:rPr>
                        <a:t> cultural y lingüística de sus alumnos</a:t>
                      </a:r>
                      <a:r>
                        <a:rPr lang="es-ES" sz="1800" u="none" strike="noStrike" dirty="0" smtClean="0">
                          <a:effectLst/>
                        </a:rPr>
                        <a:t>.</a:t>
                      </a:r>
                    </a:p>
                  </a:txBody>
                  <a:tcPr marL="5788" marR="5788" marT="5788" marB="0" anchor="ctr"/>
                </a:tc>
                <a:extLst>
                  <a:ext uri="{0D108BD9-81ED-4DB2-BD59-A6C34878D82A}">
                    <a16:rowId xmlns:a16="http://schemas.microsoft.com/office/drawing/2014/main" val="94384985"/>
                  </a:ext>
                </a:extLst>
              </a:tr>
              <a:tr h="904554"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s-ES" sz="1800" b="1" u="none" strike="noStrike" dirty="0" smtClean="0">
                          <a:effectLst/>
                        </a:rPr>
                        <a:t>Bloque </a:t>
                      </a:r>
                      <a:r>
                        <a:rPr lang="es-ES" sz="1800" b="1" u="none" strike="noStrike" dirty="0">
                          <a:effectLst/>
                        </a:rPr>
                        <a:t>II refiere al cumplimiento de la normativa vigente para la labor docente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88" marR="5788" marT="5788" marB="0" anchor="ctr"/>
                </a:tc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s-ES" sz="1800" u="none" strike="noStrike" dirty="0" smtClean="0">
                          <a:effectLst/>
                        </a:rPr>
                        <a:t>Revisar</a:t>
                      </a:r>
                      <a:r>
                        <a:rPr lang="es-ES" sz="1800" u="none" strike="noStrike" baseline="0" dirty="0" smtClean="0">
                          <a:effectLst/>
                        </a:rPr>
                        <a:t> los </a:t>
                      </a:r>
                      <a:r>
                        <a:rPr lang="es-ES" sz="1800" u="none" strike="noStrike" dirty="0" smtClean="0">
                          <a:effectLst/>
                        </a:rPr>
                        <a:t>reactivos</a:t>
                      </a:r>
                      <a:r>
                        <a:rPr lang="es-ES" sz="1800" u="none" strike="noStrike" baseline="0" dirty="0" smtClean="0">
                          <a:effectLst/>
                        </a:rPr>
                        <a:t> relacionados con la normalidad mínima, en función de las diversas actividades que realizan.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800" u="none" strike="noStrike" dirty="0" smtClean="0">
                          <a:effectLst/>
                        </a:rPr>
                        <a:t>En el caso de Educación indígena:</a:t>
                      </a:r>
                      <a:endParaRPr lang="es-ES" sz="1800" u="none" strike="noStrike" baseline="0" dirty="0" smtClean="0">
                        <a:effectLst/>
                      </a:endParaRP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s-ES" sz="1800" u="none" strike="noStrike" dirty="0" smtClean="0">
                          <a:effectLst/>
                        </a:rPr>
                        <a:t>Incorporar reactivos </a:t>
                      </a:r>
                      <a:r>
                        <a:rPr lang="es-ES" sz="1800" u="none" strike="noStrike" dirty="0">
                          <a:effectLst/>
                        </a:rPr>
                        <a:t>relacionados </a:t>
                      </a:r>
                      <a:r>
                        <a:rPr lang="es-ES" sz="1800" u="none" strike="noStrike" dirty="0" smtClean="0">
                          <a:effectLst/>
                        </a:rPr>
                        <a:t>con el </a:t>
                      </a:r>
                      <a:r>
                        <a:rPr lang="es-ES" sz="1800" u="none" strike="noStrike" dirty="0">
                          <a:effectLst/>
                        </a:rPr>
                        <a:t>marco curricular de la educación indígena </a:t>
                      </a:r>
                      <a:r>
                        <a:rPr lang="es-ES" sz="1800" u="none" strike="noStrike" dirty="0" smtClean="0">
                          <a:effectLst/>
                        </a:rPr>
                        <a:t>(los </a:t>
                      </a:r>
                      <a:r>
                        <a:rPr lang="es-ES" sz="1800" u="none" strike="noStrike" dirty="0">
                          <a:effectLst/>
                        </a:rPr>
                        <a:t>testimonios recuperados en el estudio exploratorio lo mencionan </a:t>
                      </a:r>
                      <a:r>
                        <a:rPr lang="es-ES" sz="1800" u="none" strike="noStrike" dirty="0" smtClean="0">
                          <a:effectLst/>
                        </a:rPr>
                        <a:t>reiteradamente).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800" u="none" strike="noStrike" dirty="0" smtClean="0">
                          <a:effectLst/>
                        </a:rPr>
                        <a:t>En el caso de Telesecundaria:</a:t>
                      </a:r>
                      <a:endParaRPr lang="es-ES" sz="1800" u="none" strike="noStrike" baseline="0" dirty="0" smtClean="0">
                        <a:effectLst/>
                      </a:endParaRPr>
                    </a:p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1800" dirty="0" smtClean="0"/>
                        <a:t>Considerar la posibilidad de incluir reactivos relacionados con el desarrollo de proyectos productivos o artísticos que forman parte de la práctica docente.</a:t>
                      </a:r>
                    </a:p>
                  </a:txBody>
                  <a:tcPr marL="5788" marR="5788" marT="5788" marB="0" anchor="b"/>
                </a:tc>
                <a:extLst>
                  <a:ext uri="{0D108BD9-81ED-4DB2-BD59-A6C34878D82A}">
                    <a16:rowId xmlns:a16="http://schemas.microsoft.com/office/drawing/2014/main" val="3226890488"/>
                  </a:ext>
                </a:extLst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4402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Marcador de conteni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7581498"/>
              </p:ext>
            </p:extLst>
          </p:nvPr>
        </p:nvGraphicFramePr>
        <p:xfrm>
          <a:off x="715925" y="1859668"/>
          <a:ext cx="11043684" cy="3936245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3451796">
                  <a:extLst>
                    <a:ext uri="{9D8B030D-6E8A-4147-A177-3AD203B41FA5}">
                      <a16:colId xmlns:a16="http://schemas.microsoft.com/office/drawing/2014/main" val="1558656398"/>
                    </a:ext>
                  </a:extLst>
                </a:gridCol>
                <a:gridCol w="7591888">
                  <a:extLst>
                    <a:ext uri="{9D8B030D-6E8A-4147-A177-3AD203B41FA5}">
                      <a16:colId xmlns:a16="http://schemas.microsoft.com/office/drawing/2014/main" val="3031117154"/>
                    </a:ext>
                  </a:extLst>
                </a:gridCol>
              </a:tblGrid>
              <a:tr h="520504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2800" b="1" u="none" strike="noStrike" dirty="0" smtClean="0">
                          <a:effectLst/>
                        </a:rPr>
                        <a:t>Modelo actual</a:t>
                      </a:r>
                      <a:endParaRPr lang="es-E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88" marR="5788" marT="578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2800" b="1" u="none" strike="noStrike" dirty="0" smtClean="0">
                          <a:effectLst/>
                        </a:rPr>
                        <a:t>Propuesta de ajuste</a:t>
                      </a:r>
                      <a:endParaRPr lang="es-E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88" marR="5788" marT="578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614868"/>
                  </a:ext>
                </a:extLst>
              </a:tr>
              <a:tr h="1276655"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s-ES" sz="2000" b="1" u="none" strike="noStrike" dirty="0" smtClean="0">
                          <a:effectLst/>
                        </a:rPr>
                        <a:t>Bloque III.</a:t>
                      </a:r>
                      <a:r>
                        <a:rPr lang="es-ES" sz="2000" b="1" u="none" strike="noStrike" baseline="0" dirty="0" smtClean="0">
                          <a:effectLst/>
                        </a:rPr>
                        <a:t> V</a:t>
                      </a:r>
                      <a:r>
                        <a:rPr lang="es-ES" sz="2000" b="1" u="none" strike="noStrike" dirty="0" smtClean="0">
                          <a:effectLst/>
                        </a:rPr>
                        <a:t>inculación </a:t>
                      </a:r>
                      <a:r>
                        <a:rPr lang="es-ES" sz="2000" b="1" u="none" strike="noStrike" dirty="0">
                          <a:effectLst/>
                        </a:rPr>
                        <a:t>con diversos actores que apoyan el logro de la tarea educativa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88" marR="5788" marT="5788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2000" u="none" strike="noStrike" dirty="0" smtClean="0">
                          <a:effectLst/>
                        </a:rPr>
                        <a:t>Incorporar reactivos relacionados con la </a:t>
                      </a:r>
                      <a:r>
                        <a:rPr lang="es-ES" sz="2000" u="none" strike="noStrike" dirty="0">
                          <a:effectLst/>
                        </a:rPr>
                        <a:t>interacción del docente con la comunidad en la que se encuentra la escuela y no sólo con la comunidad escolar</a:t>
                      </a:r>
                      <a:r>
                        <a:rPr lang="es-ES" sz="2000" u="none" strike="noStrike" dirty="0" smtClean="0">
                          <a:effectLst/>
                        </a:rPr>
                        <a:t>. </a:t>
                      </a:r>
                      <a:endParaRPr lang="es-ES" sz="2000" u="none" strike="noStrike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88" marR="5788" marT="5788" marB="0"/>
                </a:tc>
                <a:extLst>
                  <a:ext uri="{0D108BD9-81ED-4DB2-BD59-A6C34878D82A}">
                    <a16:rowId xmlns:a16="http://schemas.microsoft.com/office/drawing/2014/main" val="384976302"/>
                  </a:ext>
                </a:extLst>
              </a:tr>
              <a:tr h="1069543"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s-ES" sz="2000" b="1" u="none" strike="noStrike" dirty="0" smtClean="0">
                          <a:effectLst/>
                        </a:rPr>
                        <a:t>Bloque IV. Participación </a:t>
                      </a:r>
                      <a:r>
                        <a:rPr lang="es-ES" sz="2000" b="1" u="none" strike="noStrike" dirty="0">
                          <a:effectLst/>
                        </a:rPr>
                        <a:t>en el consejo técnico escolar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88" marR="5788" marT="5788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2000" u="none" strike="noStrike" dirty="0" smtClean="0">
                          <a:effectLst/>
                        </a:rPr>
                        <a:t>Ampliar la definición del bloque y</a:t>
                      </a:r>
                      <a:r>
                        <a:rPr lang="es-ES" sz="2000" u="none" strike="noStrike" baseline="0" dirty="0" smtClean="0">
                          <a:effectLst/>
                        </a:rPr>
                        <a:t> de los </a:t>
                      </a:r>
                      <a:r>
                        <a:rPr lang="es-ES" sz="2000" u="none" strike="noStrike" dirty="0" smtClean="0">
                          <a:effectLst/>
                        </a:rPr>
                        <a:t>reactivos</a:t>
                      </a:r>
                      <a:r>
                        <a:rPr lang="es-ES" sz="2000" u="none" strike="noStrike" baseline="0" dirty="0" smtClean="0">
                          <a:effectLst/>
                        </a:rPr>
                        <a:t> correspondientes al </a:t>
                      </a:r>
                      <a:r>
                        <a:rPr lang="es-ES" sz="2000" u="none" strike="noStrike" dirty="0" smtClean="0">
                          <a:effectLst/>
                        </a:rPr>
                        <a:t>Consejo Técnico </a:t>
                      </a:r>
                      <a:r>
                        <a:rPr lang="es-ES" sz="2000" u="none" strike="noStrike" dirty="0">
                          <a:effectLst/>
                        </a:rPr>
                        <a:t>escolar </a:t>
                      </a:r>
                      <a:r>
                        <a:rPr lang="es-ES" sz="2000" u="none" strike="noStrike" dirty="0" smtClean="0">
                          <a:effectLst/>
                        </a:rPr>
                        <a:t>de zona (Estos</a:t>
                      </a:r>
                      <a:r>
                        <a:rPr lang="es-ES" sz="2000" u="none" strike="noStrike" baseline="0" dirty="0" smtClean="0">
                          <a:effectLst/>
                        </a:rPr>
                        <a:t> docentes valoran mucho los espacios que tienen para intercambio de experiencias)</a:t>
                      </a:r>
                      <a:r>
                        <a:rPr lang="es-ES" sz="2000" u="none" strike="noStrike" dirty="0" smtClean="0">
                          <a:effectLst/>
                        </a:rPr>
                        <a:t>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88" marR="5788" marT="5788" marB="0" anchor="ctr"/>
                </a:tc>
                <a:extLst>
                  <a:ext uri="{0D108BD9-81ED-4DB2-BD59-A6C34878D82A}">
                    <a16:rowId xmlns:a16="http://schemas.microsoft.com/office/drawing/2014/main" val="1077606532"/>
                  </a:ext>
                </a:extLst>
              </a:tr>
              <a:tr h="1069543"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s-ES" sz="2000" b="1" u="none" strike="noStrike" dirty="0" smtClean="0">
                          <a:effectLst/>
                        </a:rPr>
                        <a:t>Bloque V. Acciones </a:t>
                      </a:r>
                      <a:r>
                        <a:rPr lang="es-ES" sz="2000" b="1" u="none" strike="noStrike" dirty="0">
                          <a:effectLst/>
                        </a:rPr>
                        <a:t>para su desarrollo profesional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88" marR="5788" marT="5788" marB="0" anchor="ctr"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 dirty="0" smtClean="0">
                          <a:effectLst/>
                        </a:rPr>
                        <a:t>Modificar los reactivos relacionados con el </a:t>
                      </a:r>
                      <a:r>
                        <a:rPr lang="es-ES" sz="2000" u="none" strike="noStrike" dirty="0">
                          <a:effectLst/>
                        </a:rPr>
                        <a:t>uso de </a:t>
                      </a:r>
                      <a:r>
                        <a:rPr lang="es-ES" sz="2000" u="none" strike="noStrike" dirty="0" smtClean="0">
                          <a:effectLst/>
                        </a:rPr>
                        <a:t>TIC y conservar la referencia al uso de materiales impresos.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endParaRPr lang="es-ES" sz="2000" u="none" strike="noStrike" dirty="0" smtClean="0">
                        <a:effectLst/>
                      </a:endParaRPr>
                    </a:p>
                  </a:txBody>
                  <a:tcPr marL="5788" marR="5788" marT="5788" marB="0" anchor="b"/>
                </a:tc>
                <a:extLst>
                  <a:ext uri="{0D108BD9-81ED-4DB2-BD59-A6C34878D82A}">
                    <a16:rowId xmlns:a16="http://schemas.microsoft.com/office/drawing/2014/main" val="2820199365"/>
                  </a:ext>
                </a:extLst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5</a:t>
            </a:fld>
            <a:endParaRPr lang="es-ES_tradnl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/>
              <a:t>Etapa 1.</a:t>
            </a:r>
            <a:r>
              <a:rPr lang="es-MX" sz="3600" dirty="0"/>
              <a:t> </a:t>
            </a:r>
            <a:r>
              <a:rPr lang="es-MX" sz="3600" dirty="0" smtClean="0"/>
              <a:t>Informe de responsabilidades profesionales</a:t>
            </a:r>
            <a:br>
              <a:rPr lang="es-MX" sz="3600" dirty="0" smtClean="0"/>
            </a:br>
            <a:r>
              <a:rPr lang="es-MX" sz="3200" dirty="0" smtClean="0"/>
              <a:t>(Educación indígena, Multigrado, Telesecundaria)</a:t>
            </a:r>
            <a:r>
              <a:rPr lang="es-MX" sz="3600" dirty="0" smtClean="0"/>
              <a:t> </a:t>
            </a:r>
            <a:endParaRPr lang="es-MX" sz="3600" dirty="0"/>
          </a:p>
        </p:txBody>
      </p:sp>
    </p:spTree>
    <p:extLst>
      <p:ext uri="{BB962C8B-B14F-4D97-AF65-F5344CB8AC3E}">
        <p14:creationId xmlns:p14="http://schemas.microsoft.com/office/powerpoint/2010/main" val="382789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99505"/>
            <a:ext cx="10515600" cy="1596043"/>
          </a:xfrm>
        </p:spPr>
        <p:txBody>
          <a:bodyPr>
            <a:normAutofit fontScale="90000"/>
          </a:bodyPr>
          <a:lstStyle/>
          <a:p>
            <a:r>
              <a:rPr lang="es-MX" sz="4000" b="1" dirty="0">
                <a:latin typeface="+mn-lt"/>
                <a:ea typeface="+mn-ea"/>
                <a:cs typeface="+mn-cs"/>
              </a:rPr>
              <a:t>ETAPA 2. Proyecto de </a:t>
            </a:r>
            <a:r>
              <a:rPr lang="es-MX" sz="4000" b="1" dirty="0" smtClean="0">
                <a:latin typeface="+mn-lt"/>
                <a:ea typeface="+mn-ea"/>
                <a:cs typeface="+mn-cs"/>
              </a:rPr>
              <a:t>Enseñanza</a:t>
            </a:r>
            <a:br>
              <a:rPr lang="es-MX" sz="4000" b="1" dirty="0" smtClean="0">
                <a:latin typeface="+mn-lt"/>
                <a:ea typeface="+mn-ea"/>
                <a:cs typeface="+mn-cs"/>
              </a:rPr>
            </a:br>
            <a:r>
              <a:rPr lang="es-MX" sz="3100" b="1" dirty="0" smtClean="0"/>
              <a:t>Momento 1. Desarrollo del Diagnóstico.</a:t>
            </a:r>
            <a:br>
              <a:rPr lang="es-MX" sz="3100" b="1" dirty="0" smtClean="0"/>
            </a:br>
            <a:r>
              <a:rPr lang="es-MX" sz="3100" b="1" dirty="0" smtClean="0"/>
              <a:t>(Educación indígena, Multigrado, Telesecundaria) </a:t>
            </a:r>
            <a:br>
              <a:rPr lang="es-MX" sz="3100" b="1" dirty="0" smtClean="0"/>
            </a:br>
            <a:endParaRPr lang="es-MX" sz="31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812846"/>
              </p:ext>
            </p:extLst>
          </p:nvPr>
        </p:nvGraphicFramePr>
        <p:xfrm>
          <a:off x="693420" y="1849810"/>
          <a:ext cx="1080516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6</a:t>
            </a:fld>
            <a:endParaRPr lang="es-ES_tradnl"/>
          </a:p>
        </p:txBody>
      </p:sp>
      <p:cxnSp>
        <p:nvCxnSpPr>
          <p:cNvPr id="7" name="Conector recto 6"/>
          <p:cNvCxnSpPr/>
          <p:nvPr/>
        </p:nvCxnSpPr>
        <p:spPr>
          <a:xfrm>
            <a:off x="957148" y="1694608"/>
            <a:ext cx="10485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72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80754"/>
            <a:ext cx="9777080" cy="1325563"/>
          </a:xfrm>
        </p:spPr>
        <p:txBody>
          <a:bodyPr>
            <a:normAutofit/>
          </a:bodyPr>
          <a:lstStyle/>
          <a:p>
            <a:r>
              <a:rPr lang="es-MX" sz="3600" b="1" dirty="0"/>
              <a:t>Momento 1. </a:t>
            </a:r>
            <a:r>
              <a:rPr lang="es-MX" sz="3600" b="1" dirty="0" smtClean="0"/>
              <a:t>Elaboración de la Planeación.</a:t>
            </a:r>
            <a:endParaRPr lang="es-MX" sz="3600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3347481"/>
              </p:ext>
            </p:extLst>
          </p:nvPr>
        </p:nvGraphicFramePr>
        <p:xfrm>
          <a:off x="1388225" y="1388225"/>
          <a:ext cx="9303256" cy="4992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7</a:t>
            </a:fld>
            <a:endParaRPr lang="es-ES_tradnl"/>
          </a:p>
        </p:txBody>
      </p:sp>
      <p:cxnSp>
        <p:nvCxnSpPr>
          <p:cNvPr id="5" name="Conector recto 4"/>
          <p:cNvCxnSpPr/>
          <p:nvPr/>
        </p:nvCxnSpPr>
        <p:spPr>
          <a:xfrm>
            <a:off x="940523" y="1254034"/>
            <a:ext cx="10485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7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/>
              <a:t>Momento 1. Elaboración de Planeación. </a:t>
            </a:r>
            <a:r>
              <a:rPr lang="es-MX" sz="3600" b="1" dirty="0" smtClean="0"/>
              <a:t> </a:t>
            </a:r>
            <a:r>
              <a:rPr lang="es-MX" sz="3600" b="1" dirty="0"/>
              <a:t/>
            </a:r>
            <a:br>
              <a:rPr lang="es-MX" sz="3600" b="1" dirty="0"/>
            </a:br>
            <a:r>
              <a:rPr lang="es-MX" sz="2800" b="1" dirty="0"/>
              <a:t>(Educación indígena, </a:t>
            </a:r>
            <a:r>
              <a:rPr lang="es-MX" sz="2800" b="1" dirty="0" smtClean="0"/>
              <a:t>Multigrado)</a:t>
            </a:r>
            <a:r>
              <a:rPr lang="es-MX" sz="3200" b="1" dirty="0" smtClean="0"/>
              <a:t> </a:t>
            </a:r>
            <a:endParaRPr lang="es-MX" sz="3600" b="1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6866000"/>
              </p:ext>
            </p:extLst>
          </p:nvPr>
        </p:nvGraphicFramePr>
        <p:xfrm>
          <a:off x="838200" y="2086701"/>
          <a:ext cx="10515599" cy="515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8</a:t>
            </a:fld>
            <a:endParaRPr lang="es-ES_tradnl"/>
          </a:p>
        </p:txBody>
      </p:sp>
      <p:cxnSp>
        <p:nvCxnSpPr>
          <p:cNvPr id="5" name="Conector recto 4"/>
          <p:cNvCxnSpPr/>
          <p:nvPr/>
        </p:nvCxnSpPr>
        <p:spPr>
          <a:xfrm>
            <a:off x="940523" y="1515301"/>
            <a:ext cx="10485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838199" y="1648114"/>
            <a:ext cx="8370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Elementos relevantes a considerar en la </a:t>
            </a:r>
            <a:r>
              <a:rPr lang="es-ES" b="1" dirty="0" smtClean="0"/>
              <a:t>Planeación</a:t>
            </a:r>
            <a:r>
              <a:rPr lang="es-ES" dirty="0" smtClean="0"/>
              <a:t>: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462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/>
              <a:t>Momento 1. Elaboración de Planeación. </a:t>
            </a:r>
            <a:r>
              <a:rPr lang="es-MX" sz="3600" b="1" dirty="0" smtClean="0"/>
              <a:t/>
            </a:r>
            <a:br>
              <a:rPr lang="es-MX" sz="3600" b="1" dirty="0" smtClean="0"/>
            </a:br>
            <a:r>
              <a:rPr lang="es-MX" sz="2800" b="1" dirty="0" smtClean="0"/>
              <a:t>(Telesecundaria)</a:t>
            </a:r>
            <a:endParaRPr lang="es-MX" sz="3600" b="1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0628078"/>
              </p:ext>
            </p:extLst>
          </p:nvPr>
        </p:nvGraphicFramePr>
        <p:xfrm>
          <a:off x="613757" y="2225161"/>
          <a:ext cx="10515599" cy="4632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9</a:t>
            </a:fld>
            <a:endParaRPr lang="es-ES_tradnl"/>
          </a:p>
        </p:txBody>
      </p:sp>
      <p:cxnSp>
        <p:nvCxnSpPr>
          <p:cNvPr id="5" name="Conector recto 4"/>
          <p:cNvCxnSpPr/>
          <p:nvPr/>
        </p:nvCxnSpPr>
        <p:spPr>
          <a:xfrm>
            <a:off x="940523" y="1506590"/>
            <a:ext cx="10485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1113905" y="1690688"/>
            <a:ext cx="5918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Elementos relevantes a considerar en la </a:t>
            </a:r>
            <a:r>
              <a:rPr lang="es-ES" b="1" dirty="0" smtClean="0"/>
              <a:t>Planeación</a:t>
            </a:r>
            <a:r>
              <a:rPr lang="es-ES" dirty="0" smtClean="0"/>
              <a:t>:</a:t>
            </a:r>
            <a:endParaRPr lang="es-ES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0935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424" y="0"/>
            <a:ext cx="9993597" cy="1325563"/>
          </a:xfrm>
        </p:spPr>
        <p:txBody>
          <a:bodyPr>
            <a:normAutofit/>
          </a:bodyPr>
          <a:lstStyle/>
          <a:p>
            <a:r>
              <a:rPr lang="es-MX" sz="3600" b="1" dirty="0"/>
              <a:t>Momento 2. </a:t>
            </a:r>
            <a:r>
              <a:rPr lang="es-MX" sz="3600" b="1" dirty="0" smtClean="0"/>
              <a:t>Intervención</a:t>
            </a:r>
            <a:br>
              <a:rPr lang="es-MX" sz="3600" b="1" dirty="0" smtClean="0"/>
            </a:br>
            <a:r>
              <a:rPr lang="es-MX" sz="2800" dirty="0"/>
              <a:t>(Educación indígena, </a:t>
            </a:r>
            <a:r>
              <a:rPr lang="es-MX" sz="2800" dirty="0" smtClean="0"/>
              <a:t>Multigrado)</a:t>
            </a:r>
            <a:endParaRPr lang="es-MX" sz="2800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144270"/>
              </p:ext>
            </p:extLst>
          </p:nvPr>
        </p:nvGraphicFramePr>
        <p:xfrm>
          <a:off x="1059782" y="2153583"/>
          <a:ext cx="10616821" cy="4945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10</a:t>
            </a:fld>
            <a:endParaRPr lang="es-ES_tradnl"/>
          </a:p>
        </p:txBody>
      </p:sp>
      <p:cxnSp>
        <p:nvCxnSpPr>
          <p:cNvPr id="5" name="Conector recto 4"/>
          <p:cNvCxnSpPr/>
          <p:nvPr/>
        </p:nvCxnSpPr>
        <p:spPr>
          <a:xfrm>
            <a:off x="784159" y="1230285"/>
            <a:ext cx="10485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784158" y="1230285"/>
            <a:ext cx="10569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La tareas evaluativas estarían orientadas a indagar sobre el resultado de las acciones realizadas en el aula durante la implementación de las actividades y las problemáticas que afrontó.</a:t>
            </a:r>
          </a:p>
          <a:p>
            <a:r>
              <a:rPr lang="es-ES" dirty="0"/>
              <a:t>Elementos relevantes a considerar en la </a:t>
            </a:r>
            <a:r>
              <a:rPr lang="es-ES" b="1" dirty="0"/>
              <a:t>Intervención</a:t>
            </a:r>
            <a:r>
              <a:rPr lang="es-ES" dirty="0"/>
              <a:t>: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112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0108" y="-1858"/>
            <a:ext cx="9993597" cy="1132390"/>
          </a:xfrm>
        </p:spPr>
        <p:txBody>
          <a:bodyPr>
            <a:normAutofit/>
          </a:bodyPr>
          <a:lstStyle/>
          <a:p>
            <a:r>
              <a:rPr lang="es-MX" sz="3600" b="1" dirty="0"/>
              <a:t>Momento 2. </a:t>
            </a:r>
            <a:r>
              <a:rPr lang="es-MX" sz="3600" b="1" dirty="0" smtClean="0"/>
              <a:t>Intervención</a:t>
            </a:r>
            <a:br>
              <a:rPr lang="es-MX" sz="3600" b="1" dirty="0" smtClean="0"/>
            </a:br>
            <a:r>
              <a:rPr lang="es-MX" sz="2800" dirty="0" smtClean="0"/>
              <a:t>(Telesecundaria)</a:t>
            </a:r>
            <a:endParaRPr lang="es-MX" sz="2800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992347"/>
              </p:ext>
            </p:extLst>
          </p:nvPr>
        </p:nvGraphicFramePr>
        <p:xfrm>
          <a:off x="1596044" y="2078182"/>
          <a:ext cx="9680529" cy="4942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11</a:t>
            </a:fld>
            <a:endParaRPr lang="es-ES_tradnl" dirty="0"/>
          </a:p>
        </p:txBody>
      </p:sp>
      <p:cxnSp>
        <p:nvCxnSpPr>
          <p:cNvPr id="5" name="Conector recto 4"/>
          <p:cNvCxnSpPr/>
          <p:nvPr/>
        </p:nvCxnSpPr>
        <p:spPr>
          <a:xfrm>
            <a:off x="688765" y="1130532"/>
            <a:ext cx="10485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550108" y="1178757"/>
            <a:ext cx="106638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La tareas evaluativas estarían orientadas a indagar sobre el resultado de las acciones realizadas en el aula durante la implementación de las actividades y las problemáticas que afrontó.</a:t>
            </a:r>
          </a:p>
          <a:p>
            <a:r>
              <a:rPr lang="es-ES" dirty="0"/>
              <a:t>Elementos relevantes a considerar en la </a:t>
            </a:r>
            <a:r>
              <a:rPr lang="es-ES" b="1" dirty="0"/>
              <a:t>INTERVENCIÓN</a:t>
            </a:r>
            <a:r>
              <a:rPr lang="es-ES" dirty="0"/>
              <a:t>: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6659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-185890"/>
            <a:ext cx="10515600" cy="1325563"/>
          </a:xfrm>
        </p:spPr>
        <p:txBody>
          <a:bodyPr>
            <a:normAutofit/>
          </a:bodyPr>
          <a:lstStyle/>
          <a:p>
            <a:r>
              <a:rPr lang="es-MX" sz="4000" b="1" dirty="0"/>
              <a:t>Momento 2. </a:t>
            </a:r>
            <a:r>
              <a:rPr lang="es-MX" sz="4000" b="1" dirty="0" smtClean="0"/>
              <a:t>Evidencias </a:t>
            </a:r>
            <a:r>
              <a:rPr lang="es-MX" sz="4000" b="1" dirty="0"/>
              <a:t>de su práctica</a:t>
            </a:r>
            <a:r>
              <a:rPr lang="es-MX" sz="4900" dirty="0"/>
              <a:t>. </a:t>
            </a:r>
            <a:endParaRPr lang="es-MX" sz="3100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531686"/>
              </p:ext>
            </p:extLst>
          </p:nvPr>
        </p:nvGraphicFramePr>
        <p:xfrm>
          <a:off x="940523" y="1776628"/>
          <a:ext cx="10648406" cy="4910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12</a:t>
            </a:fld>
            <a:endParaRPr lang="es-ES_tradnl"/>
          </a:p>
        </p:txBody>
      </p:sp>
      <p:cxnSp>
        <p:nvCxnSpPr>
          <p:cNvPr id="5" name="Conector recto 4"/>
          <p:cNvCxnSpPr/>
          <p:nvPr/>
        </p:nvCxnSpPr>
        <p:spPr>
          <a:xfrm>
            <a:off x="940523" y="855023"/>
            <a:ext cx="10485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1054722" y="891814"/>
            <a:ext cx="102567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Se </a:t>
            </a:r>
            <a:r>
              <a:rPr lang="es-ES" dirty="0"/>
              <a:t>sugiere que los docentes seleccionen las evidencia consideren que reflejan mejor su práctica.</a:t>
            </a:r>
          </a:p>
          <a:p>
            <a:r>
              <a:rPr lang="es-ES" dirty="0"/>
              <a:t>Elementos a considerar en la definición del tipo de evidencias a solicitar a los docentes: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3708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/>
              <a:t>Momento 3. Reflexión sobre la </a:t>
            </a:r>
            <a:r>
              <a:rPr lang="es-MX" sz="4000" b="1" dirty="0" smtClean="0"/>
              <a:t>práctica</a:t>
            </a:r>
            <a:endParaRPr lang="es-MX" sz="3600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6090417"/>
              </p:ext>
            </p:extLst>
          </p:nvPr>
        </p:nvGraphicFramePr>
        <p:xfrm>
          <a:off x="966651" y="1825626"/>
          <a:ext cx="10119360" cy="4008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13</a:t>
            </a:fld>
            <a:endParaRPr lang="es-ES_tradnl"/>
          </a:p>
        </p:txBody>
      </p:sp>
      <p:cxnSp>
        <p:nvCxnSpPr>
          <p:cNvPr id="5" name="Conector recto 4"/>
          <p:cNvCxnSpPr/>
          <p:nvPr/>
        </p:nvCxnSpPr>
        <p:spPr>
          <a:xfrm>
            <a:off x="940523" y="1332415"/>
            <a:ext cx="10485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75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1542190"/>
              </p:ext>
            </p:extLst>
          </p:nvPr>
        </p:nvGraphicFramePr>
        <p:xfrm>
          <a:off x="1017227" y="1938332"/>
          <a:ext cx="9633355" cy="4418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/>
              <a:t>Etapa 3. Examen de conocimientos didácticos y curriculares</a:t>
            </a: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276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8047594"/>
              </p:ext>
            </p:extLst>
          </p:nvPr>
        </p:nvGraphicFramePr>
        <p:xfrm>
          <a:off x="956267" y="1624823"/>
          <a:ext cx="9633355" cy="4418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/>
              <a:t>Etapa 3. Examen de conocimientos didácticos y curriculares</a:t>
            </a: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2059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48665" y="3055315"/>
            <a:ext cx="10171884" cy="2852737"/>
          </a:xfrm>
        </p:spPr>
        <p:txBody>
          <a:bodyPr>
            <a:normAutofit/>
          </a:bodyPr>
          <a:lstStyle/>
          <a:p>
            <a:r>
              <a:rPr lang="es-MX" sz="4400" dirty="0" smtClean="0"/>
              <a:t>Consideraciones </a:t>
            </a:r>
            <a:r>
              <a:rPr lang="es-MX" sz="4400" dirty="0"/>
              <a:t>sobre las modalidades </a:t>
            </a:r>
            <a:r>
              <a:rPr lang="es-MX" sz="4400" dirty="0" smtClean="0"/>
              <a:t>y logísticas de </a:t>
            </a:r>
            <a:r>
              <a:rPr lang="es-MX" sz="4400" dirty="0"/>
              <a:t>aplicación </a:t>
            </a:r>
            <a:r>
              <a:rPr lang="es-MX" sz="4400" dirty="0" smtClean="0"/>
              <a:t>y calificación</a:t>
            </a:r>
            <a:endParaRPr lang="es-MX" sz="4400" dirty="0"/>
          </a:p>
        </p:txBody>
      </p:sp>
      <p:pic>
        <p:nvPicPr>
          <p:cNvPr id="6" name="Picture 2" descr="Estudio xploratori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5" y="448948"/>
            <a:ext cx="10171884" cy="249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954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3111" y="170928"/>
            <a:ext cx="10075816" cy="1325563"/>
          </a:xfrm>
        </p:spPr>
        <p:txBody>
          <a:bodyPr>
            <a:noAutofit/>
          </a:bodyPr>
          <a:lstStyle/>
          <a:p>
            <a:r>
              <a:rPr lang="es-MX" sz="3600" b="1" dirty="0"/>
              <a:t>Administración y aplicación de los instrumentos </a:t>
            </a:r>
            <a:r>
              <a:rPr lang="es-MX" sz="3600" b="1" dirty="0" smtClean="0"/>
              <a:t/>
            </a:r>
            <a:br>
              <a:rPr lang="es-MX" sz="3600" b="1" dirty="0" smtClean="0"/>
            </a:br>
            <a:r>
              <a:rPr lang="es-MX" sz="3600" b="1" dirty="0" smtClean="0"/>
              <a:t>(</a:t>
            </a:r>
            <a:r>
              <a:rPr lang="es-MX" sz="3600" b="1" dirty="0"/>
              <a:t>Educación indígena, Multigrado, Telesecundaria)</a:t>
            </a:r>
            <a:r>
              <a:rPr lang="es-MX" sz="4000" b="1" dirty="0"/>
              <a:t> </a:t>
            </a:r>
            <a:endParaRPr lang="es-MX" sz="3600" b="1" dirty="0"/>
          </a:p>
        </p:txBody>
      </p:sp>
      <p:graphicFrame>
        <p:nvGraphicFramePr>
          <p:cNvPr id="13" name="Marcador de contenido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314387"/>
              </p:ext>
            </p:extLst>
          </p:nvPr>
        </p:nvGraphicFramePr>
        <p:xfrm>
          <a:off x="1036319" y="1537145"/>
          <a:ext cx="9919063" cy="5001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5860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/>
              <a:t>Características del desarrollo de la Etapa 1 y Etapa 2</a:t>
            </a:r>
          </a:p>
        </p:txBody>
      </p:sp>
      <p:graphicFrame>
        <p:nvGraphicFramePr>
          <p:cNvPr id="13" name="Marcador de contenido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3534123"/>
              </p:ext>
            </p:extLst>
          </p:nvPr>
        </p:nvGraphicFramePr>
        <p:xfrm>
          <a:off x="848541" y="1489587"/>
          <a:ext cx="10350682" cy="523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5296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074" y="123318"/>
            <a:ext cx="10515600" cy="985293"/>
          </a:xfrm>
        </p:spPr>
        <p:txBody>
          <a:bodyPr/>
          <a:lstStyle/>
          <a:p>
            <a:r>
              <a:rPr lang="es-MX" b="1" dirty="0"/>
              <a:t>Apoyos requeridos para la implementación</a:t>
            </a: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916671"/>
              </p:ext>
            </p:extLst>
          </p:nvPr>
        </p:nvGraphicFramePr>
        <p:xfrm>
          <a:off x="149629" y="1778923"/>
          <a:ext cx="11598234" cy="4909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ángulo 4"/>
          <p:cNvSpPr/>
          <p:nvPr/>
        </p:nvSpPr>
        <p:spPr>
          <a:xfrm>
            <a:off x="812073" y="983920"/>
            <a:ext cx="10443359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/>
            <a:r>
              <a:rPr lang="es-ES" sz="2000" dirty="0">
                <a:solidFill>
                  <a:schemeClr val="tx1"/>
                </a:solidFill>
              </a:rPr>
              <a:t>La supervisiones de zona deberán representar un aspecto clave para el desarrollo de  la evaluación, en cuanto a la asesoría y capacitación que proporcionen a los docentes durante el proceso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5054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6363" y="174054"/>
            <a:ext cx="10507437" cy="1325563"/>
          </a:xfrm>
        </p:spPr>
        <p:txBody>
          <a:bodyPr>
            <a:normAutofit/>
          </a:bodyPr>
          <a:lstStyle/>
          <a:p>
            <a:r>
              <a:rPr lang="es-MX" sz="4000" b="1" dirty="0"/>
              <a:t>Características </a:t>
            </a:r>
            <a:r>
              <a:rPr lang="es-MX" sz="4000" b="1" dirty="0" smtClean="0"/>
              <a:t>evaluadores</a:t>
            </a:r>
            <a:endParaRPr lang="es-MX" sz="4000" b="1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565070"/>
              </p:ext>
            </p:extLst>
          </p:nvPr>
        </p:nvGraphicFramePr>
        <p:xfrm>
          <a:off x="959576" y="1499617"/>
          <a:ext cx="10394224" cy="4677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2381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Proceso de revisión y validación del modelo de evaluación del desempeño</a:t>
            </a:r>
            <a:endParaRPr lang="es-MX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221758"/>
              </p:ext>
            </p:extLst>
          </p:nvPr>
        </p:nvGraphicFramePr>
        <p:xfrm>
          <a:off x="2278775" y="1718831"/>
          <a:ext cx="7962505" cy="46691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684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4281" y="152753"/>
            <a:ext cx="10515600" cy="634335"/>
          </a:xfrm>
        </p:spPr>
        <p:txBody>
          <a:bodyPr>
            <a:normAutofit fontScale="90000"/>
          </a:bodyPr>
          <a:lstStyle/>
          <a:p>
            <a:r>
              <a:rPr lang="es-MX" b="1" dirty="0" smtClean="0"/>
              <a:t>Comité de especialistas  -Propuesta-</a:t>
            </a:r>
            <a:endParaRPr lang="es-MX" b="1" dirty="0"/>
          </a:p>
        </p:txBody>
      </p:sp>
      <p:graphicFrame>
        <p:nvGraphicFramePr>
          <p:cNvPr id="13" name="Marcador de contenido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7685716"/>
              </p:ext>
            </p:extLst>
          </p:nvPr>
        </p:nvGraphicFramePr>
        <p:xfrm>
          <a:off x="168442" y="657949"/>
          <a:ext cx="11899233" cy="59161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45568">
                  <a:extLst>
                    <a:ext uri="{9D8B030D-6E8A-4147-A177-3AD203B41FA5}">
                      <a16:colId xmlns:a16="http://schemas.microsoft.com/office/drawing/2014/main" val="3016965134"/>
                    </a:ext>
                  </a:extLst>
                </a:gridCol>
                <a:gridCol w="3994485">
                  <a:extLst>
                    <a:ext uri="{9D8B030D-6E8A-4147-A177-3AD203B41FA5}">
                      <a16:colId xmlns:a16="http://schemas.microsoft.com/office/drawing/2014/main" val="1454879344"/>
                    </a:ext>
                  </a:extLst>
                </a:gridCol>
                <a:gridCol w="4259180">
                  <a:extLst>
                    <a:ext uri="{9D8B030D-6E8A-4147-A177-3AD203B41FA5}">
                      <a16:colId xmlns:a16="http://schemas.microsoft.com/office/drawing/2014/main" val="2564397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 smtClean="0"/>
                        <a:t>Educación indígena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 smtClean="0"/>
                        <a:t>Educación Multigrado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 smtClean="0"/>
                        <a:t>Telesecundaria</a:t>
                      </a:r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10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s-MX" sz="1200" kern="1200" dirty="0" smtClean="0">
                          <a:effectLst/>
                        </a:rPr>
                        <a:t>Mtro. Eleuterio Olarte</a:t>
                      </a:r>
                      <a:endParaRPr lang="es-MX" sz="12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MX" sz="1200" kern="1200" dirty="0" smtClean="0">
                          <a:effectLst/>
                        </a:rPr>
                        <a:t>Dr. Diego Juárez Bolaños (Confirmado)</a:t>
                      </a:r>
                      <a:endParaRPr lang="es-MX" sz="12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MX" sz="1200" kern="1200" dirty="0" smtClean="0">
                          <a:effectLst/>
                        </a:rPr>
                        <a:t>Dr. Pedro Olvera </a:t>
                      </a:r>
                      <a:endParaRPr lang="es-MX" sz="12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73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Director</a:t>
                      </a:r>
                      <a:r>
                        <a:rPr lang="es-MX" sz="1100" baseline="0" dirty="0" smtClean="0"/>
                        <a:t> para el desarrollo y fortalecimiento de lenguas indígenas de la D</a:t>
                      </a:r>
                      <a:r>
                        <a:rPr lang="es-MX" sz="1100" dirty="0" smtClean="0"/>
                        <a:t>GEI</a:t>
                      </a:r>
                    </a:p>
                    <a:p>
                      <a:pPr algn="ctr"/>
                      <a:r>
                        <a:rPr lang="es-MX" sz="1100" dirty="0" smtClean="0"/>
                        <a:t>Mtro. en Lingüística Indoamericana. CIESAS</a:t>
                      </a:r>
                      <a:endParaRPr lang="es-MX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Especialista en Educación en Escuelas rurales.</a:t>
                      </a:r>
                    </a:p>
                    <a:p>
                      <a:pPr algn="ctr"/>
                      <a:r>
                        <a:rPr lang="es-MX" sz="1100" dirty="0" smtClean="0"/>
                        <a:t>Académico de la UIA</a:t>
                      </a:r>
                    </a:p>
                    <a:p>
                      <a:pPr algn="ctr"/>
                      <a:r>
                        <a:rPr lang="es-MX" sz="1100" dirty="0" smtClean="0"/>
                        <a:t>Dr.</a:t>
                      </a:r>
                      <a:r>
                        <a:rPr lang="es-MX" sz="1100" baseline="0" dirty="0" smtClean="0"/>
                        <a:t> en Ciencias Sociales en el área de estudios rurales.</a:t>
                      </a:r>
                      <a:endParaRPr lang="es-MX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Subdirector de Telesecundaria en Materiales Educativos</a:t>
                      </a:r>
                    </a:p>
                    <a:p>
                      <a:pPr algn="ctr"/>
                      <a:r>
                        <a:rPr lang="es-MX" sz="1100" dirty="0" smtClean="0"/>
                        <a:t>Coautor y responsable en</a:t>
                      </a:r>
                      <a:r>
                        <a:rPr lang="es-MX" sz="1100" baseline="0" dirty="0" smtClean="0"/>
                        <a:t> la elaboración de materiales en Telesecundaria.</a:t>
                      </a:r>
                      <a:endParaRPr lang="es-MX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55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200" kern="1200" dirty="0" smtClean="0">
                          <a:effectLst/>
                        </a:rPr>
                        <a:t>Mtro. Sixto Martínez Cruz </a:t>
                      </a:r>
                      <a:endParaRPr lang="es-MX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 smtClean="0">
                          <a:effectLst/>
                        </a:rPr>
                        <a:t>Mtro. Cenobio </a:t>
                      </a:r>
                      <a:r>
                        <a:rPr lang="es-MX" sz="1200" kern="1200" dirty="0" err="1" smtClean="0">
                          <a:effectLst/>
                        </a:rPr>
                        <a:t>Popoca</a:t>
                      </a:r>
                      <a:r>
                        <a:rPr lang="es-MX" sz="1200" kern="1200" dirty="0" smtClean="0">
                          <a:effectLst/>
                        </a:rPr>
                        <a:t> Ochoa </a:t>
                      </a:r>
                      <a:r>
                        <a:rPr lang="es-MX" sz="1200" b="0" kern="1200" dirty="0" smtClean="0">
                          <a:effectLst/>
                        </a:rPr>
                        <a:t>(Confirmado)</a:t>
                      </a:r>
                      <a:endParaRPr lang="es-MX" sz="12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Dra. Laura Cruz Ramos </a:t>
                      </a:r>
                      <a:r>
                        <a:rPr lang="es-MX" sz="1200" b="0" kern="1200" dirty="0" smtClean="0">
                          <a:effectLst/>
                        </a:rPr>
                        <a:t>(Confirmado)</a:t>
                      </a:r>
                      <a:endParaRPr lang="es-MX" sz="12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823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100" kern="1200" dirty="0" smtClean="0">
                          <a:effectLst/>
                        </a:rPr>
                        <a:t>Colabora en la Dirección</a:t>
                      </a:r>
                      <a:r>
                        <a:rPr lang="es-MX" sz="1100" kern="1200" baseline="0" dirty="0" smtClean="0">
                          <a:effectLst/>
                        </a:rPr>
                        <a:t> de Educación Indígena de Puebla.</a:t>
                      </a:r>
                      <a:endParaRPr lang="es-MX" sz="1100" kern="1200" dirty="0" smtClean="0">
                        <a:effectLst/>
                      </a:endParaRPr>
                    </a:p>
                    <a:p>
                      <a:pPr algn="ctr"/>
                      <a:r>
                        <a:rPr lang="es-MX" sz="1100" kern="1200" dirty="0" smtClean="0">
                          <a:effectLst/>
                        </a:rPr>
                        <a:t>Hablante de </a:t>
                      </a:r>
                      <a:r>
                        <a:rPr lang="es-MX" sz="1100" kern="1200" baseline="0" dirty="0" smtClean="0">
                          <a:effectLst/>
                        </a:rPr>
                        <a:t>Ná</a:t>
                      </a:r>
                      <a:r>
                        <a:rPr lang="es-MX" sz="1100" kern="1200" dirty="0" smtClean="0">
                          <a:effectLst/>
                        </a:rPr>
                        <a:t>huatl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dirty="0" smtClean="0"/>
                        <a:t>Ha colaborado en el INEE </a:t>
                      </a:r>
                      <a:r>
                        <a:rPr lang="es-MX" sz="1100" baseline="0" dirty="0" smtClean="0"/>
                        <a:t>en la </a:t>
                      </a:r>
                      <a:endParaRPr lang="es-MX" sz="1100" dirty="0" smtClean="0"/>
                    </a:p>
                    <a:p>
                      <a:pPr algn="ctr"/>
                      <a:r>
                        <a:rPr lang="es-MX" sz="1100" kern="1200" dirty="0" smtClean="0">
                          <a:effectLst/>
                        </a:rPr>
                        <a:t>Unidad de Política Educativas </a:t>
                      </a:r>
                      <a:endParaRPr lang="es-MX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Especialista en Educación Multigrado. </a:t>
                      </a:r>
                    </a:p>
                    <a:p>
                      <a:pPr algn="ctr"/>
                      <a:r>
                        <a:rPr lang="es-MX" sz="1100" dirty="0" smtClean="0"/>
                        <a:t>Coordinó la elaboración de la propuesta multigrado 2005.</a:t>
                      </a:r>
                    </a:p>
                    <a:p>
                      <a:pPr algn="ctr"/>
                      <a:r>
                        <a:rPr lang="es-MX" sz="1100" dirty="0" smtClean="0"/>
                        <a:t>Profesor-Investigador</a:t>
                      </a:r>
                      <a:r>
                        <a:rPr lang="es-MX" sz="1100" baseline="0" dirty="0" smtClean="0"/>
                        <a:t> de la </a:t>
                      </a:r>
                      <a:endParaRPr lang="es-MX" sz="1100" dirty="0" smtClean="0"/>
                    </a:p>
                    <a:p>
                      <a:pPr algn="ctr"/>
                      <a:r>
                        <a:rPr lang="es-MX" sz="1100" dirty="0" smtClean="0"/>
                        <a:t>Benemérita Escuela Nacional de Maestros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Académica</a:t>
                      </a:r>
                      <a:r>
                        <a:rPr lang="es-MX" sz="1100" baseline="0" dirty="0" smtClean="0"/>
                        <a:t> de la UNAM</a:t>
                      </a:r>
                      <a:endParaRPr lang="es-MX" sz="1100" dirty="0" smtClean="0"/>
                    </a:p>
                    <a:p>
                      <a:pPr algn="ctr"/>
                      <a:r>
                        <a:rPr lang="es-MX" sz="1100" dirty="0" smtClean="0"/>
                        <a:t>Dra. en</a:t>
                      </a:r>
                      <a:r>
                        <a:rPr lang="es-MX" sz="1100" baseline="0" dirty="0" smtClean="0"/>
                        <a:t> Ciencias Sociales en el Área de Sociedad y Educación, UAM-Xochimilco </a:t>
                      </a:r>
                    </a:p>
                    <a:p>
                      <a:pPr algn="ctr"/>
                      <a:r>
                        <a:rPr lang="es-MX" sz="1100" baseline="0" dirty="0" smtClean="0"/>
                        <a:t>Experiencia como docente frente a grupo en Telesecundaria. </a:t>
                      </a:r>
                      <a:endParaRPr lang="es-MX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002064"/>
                  </a:ext>
                </a:extLst>
              </a:tr>
              <a:tr h="3312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 smtClean="0">
                          <a:effectLst/>
                        </a:rPr>
                        <a:t>Mtro. Abad Carrasco </a:t>
                      </a:r>
                      <a:endParaRPr lang="es-MX" sz="12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 smtClean="0">
                          <a:effectLst/>
                        </a:rPr>
                        <a:t>Dra. Ana Laura Gallardo </a:t>
                      </a:r>
                      <a:r>
                        <a:rPr lang="es-MX" sz="1200" b="0" kern="1200" dirty="0" smtClean="0">
                          <a:effectLst/>
                        </a:rPr>
                        <a:t>(Confirmado)</a:t>
                      </a:r>
                      <a:endParaRPr lang="es-MX" sz="12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 smtClean="0">
                          <a:effectLst/>
                        </a:rPr>
                        <a:t>Mtra. Noemí Cabrera </a:t>
                      </a:r>
                      <a:r>
                        <a:rPr lang="es-MX" sz="1200" b="0" kern="1200" dirty="0" smtClean="0">
                          <a:effectLst/>
                        </a:rPr>
                        <a:t>(Confirmado)</a:t>
                      </a:r>
                      <a:endParaRPr lang="es-MX" sz="12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963893"/>
                  </a:ext>
                </a:extLst>
              </a:tr>
              <a:tr h="62682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kern="1200" dirty="0" smtClean="0">
                          <a:effectLst/>
                        </a:rPr>
                        <a:t>Colabora en la Dirección</a:t>
                      </a:r>
                      <a:r>
                        <a:rPr lang="es-MX" sz="1100" kern="1200" baseline="0" dirty="0" smtClean="0">
                          <a:effectLst/>
                        </a:rPr>
                        <a:t> de Educación Indígena de Guerrero.</a:t>
                      </a:r>
                      <a:endParaRPr lang="es-MX" sz="1100" kern="1200" dirty="0" smtClean="0">
                        <a:effectLst/>
                      </a:endParaRPr>
                    </a:p>
                    <a:p>
                      <a:pPr algn="ctr"/>
                      <a:r>
                        <a:rPr lang="es-MX" sz="1100" kern="1200" dirty="0" smtClean="0">
                          <a:effectLst/>
                        </a:rPr>
                        <a:t>Formador de docentes</a:t>
                      </a:r>
                    </a:p>
                    <a:p>
                      <a:pPr algn="ctr"/>
                      <a:r>
                        <a:rPr lang="es-MX" sz="1100" kern="1200" dirty="0" smtClean="0">
                          <a:effectLst/>
                        </a:rPr>
                        <a:t>Hablante de lengua </a:t>
                      </a:r>
                      <a:r>
                        <a:rPr lang="es-MX" sz="1100" kern="1200" dirty="0" err="1" smtClean="0">
                          <a:effectLst/>
                        </a:rPr>
                        <a:t>Mephaa</a:t>
                      </a:r>
                      <a:endParaRPr lang="es-MX" sz="1100" kern="1200" dirty="0" smtClean="0">
                        <a:effectLst/>
                      </a:endParaRPr>
                    </a:p>
                    <a:p>
                      <a:pPr algn="ctr"/>
                      <a:r>
                        <a:rPr lang="es-MX" sz="1100" kern="1200" dirty="0" smtClean="0">
                          <a:effectLst/>
                        </a:rPr>
                        <a:t>Mtro. en Antropología</a:t>
                      </a:r>
                      <a:r>
                        <a:rPr lang="es-MX" sz="1100" kern="1200" baseline="0" dirty="0" smtClean="0">
                          <a:effectLst/>
                        </a:rPr>
                        <a:t> social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dirty="0" smtClean="0"/>
                        <a:t>Ha colaborado en</a:t>
                      </a:r>
                      <a:r>
                        <a:rPr lang="es-MX" sz="1100" baseline="0" dirty="0" smtClean="0"/>
                        <a:t> </a:t>
                      </a:r>
                      <a:r>
                        <a:rPr lang="es-MX" sz="1100" dirty="0" smtClean="0"/>
                        <a:t>el INEE </a:t>
                      </a:r>
                      <a:r>
                        <a:rPr lang="es-MX" sz="1100" baseline="0" dirty="0" smtClean="0"/>
                        <a:t>en los comités para la evaluación complementaria de Ingreso</a:t>
                      </a:r>
                      <a:endParaRPr lang="es-MX" sz="1100" dirty="0" smtClean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Investigadora del IISUE, UNAM</a:t>
                      </a:r>
                    </a:p>
                    <a:p>
                      <a:pPr algn="ctr"/>
                      <a:r>
                        <a:rPr lang="es-MX" sz="1100" dirty="0" smtClean="0"/>
                        <a:t>Dra. en Pedagogía</a:t>
                      </a:r>
                    </a:p>
                    <a:p>
                      <a:pPr algn="ctr"/>
                      <a:r>
                        <a:rPr lang="es-MX" sz="1100" dirty="0" smtClean="0"/>
                        <a:t>Experiencia en</a:t>
                      </a:r>
                      <a:r>
                        <a:rPr lang="es-MX" sz="1100" baseline="0" dirty="0" smtClean="0"/>
                        <a:t> diseño </a:t>
                      </a:r>
                      <a:r>
                        <a:rPr lang="es-MX" sz="1100" dirty="0" smtClean="0"/>
                        <a:t>curricular</a:t>
                      </a:r>
                      <a:r>
                        <a:rPr lang="es-MX" sz="1100" baseline="0" dirty="0" smtClean="0"/>
                        <a:t> intercultural para Educación Básica de la CGEIB </a:t>
                      </a:r>
                      <a:endParaRPr lang="es-MX" sz="1100" dirty="0" smtClean="0"/>
                    </a:p>
                    <a:p>
                      <a:pPr algn="ctr"/>
                      <a:endParaRPr lang="es-MX" sz="1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Directora de</a:t>
                      </a:r>
                      <a:r>
                        <a:rPr lang="es-MX" sz="1100" baseline="0" dirty="0" smtClean="0"/>
                        <a:t> diseño </a:t>
                      </a:r>
                      <a:r>
                        <a:rPr lang="es-MX" sz="1100" dirty="0" smtClean="0"/>
                        <a:t>curricular</a:t>
                      </a:r>
                      <a:r>
                        <a:rPr lang="es-MX" sz="1100" baseline="0" dirty="0" smtClean="0"/>
                        <a:t> intercultural para secundaria y telesecundaria de la CGEIB </a:t>
                      </a:r>
                      <a:endParaRPr lang="es-MX" sz="1100" dirty="0" smtClean="0"/>
                    </a:p>
                    <a:p>
                      <a:pPr algn="ctr"/>
                      <a:r>
                        <a:rPr lang="es-MX" sz="1100" dirty="0" smtClean="0"/>
                        <a:t>Mtra. en</a:t>
                      </a:r>
                      <a:r>
                        <a:rPr lang="es-MX" sz="1100" baseline="0" dirty="0" smtClean="0"/>
                        <a:t> L</a:t>
                      </a:r>
                      <a:r>
                        <a:rPr lang="es-MX" sz="1100" dirty="0" smtClean="0"/>
                        <a:t>ingüística aplicada</a:t>
                      </a:r>
                      <a:endParaRPr lang="es-MX" sz="110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435545"/>
                  </a:ext>
                </a:extLst>
              </a:tr>
              <a:tr h="20288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Dra. Gloria Elvira</a:t>
                      </a:r>
                      <a:r>
                        <a:rPr lang="es-MX" sz="1100" baseline="0" dirty="0" smtClean="0"/>
                        <a:t> Hernández (Confirmado)</a:t>
                      </a:r>
                      <a:endParaRPr lang="es-MX" sz="11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872114"/>
                  </a:ext>
                </a:extLst>
              </a:tr>
              <a:tr h="54189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Especialista en temas de juventud y grupos vulnerables.</a:t>
                      </a:r>
                    </a:p>
                    <a:p>
                      <a:pPr algn="ctr"/>
                      <a:r>
                        <a:rPr lang="es-MX" sz="1100" dirty="0" smtClean="0"/>
                        <a:t>Ha</a:t>
                      </a:r>
                      <a:r>
                        <a:rPr lang="es-MX" sz="1100" baseline="0" dirty="0" smtClean="0"/>
                        <a:t> sido docente de telesecundaria.</a:t>
                      </a:r>
                    </a:p>
                    <a:p>
                      <a:pPr algn="ctr"/>
                      <a:r>
                        <a:rPr lang="es-MX" sz="1100" baseline="0" dirty="0" smtClean="0"/>
                        <a:t>Investigadora en el Instituto Superior de Ciencias de la Educación en el Estado de México. </a:t>
                      </a:r>
                      <a:endParaRPr lang="es-MX" sz="11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69558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 smtClean="0">
                          <a:effectLst/>
                        </a:rPr>
                        <a:t>Mtro. Fausto Sandoval </a:t>
                      </a:r>
                      <a:r>
                        <a:rPr lang="es-MX" sz="1200" b="0" kern="1200" dirty="0" smtClean="0">
                          <a:effectLst/>
                        </a:rPr>
                        <a:t>(Confirmado)</a:t>
                      </a:r>
                      <a:endParaRPr lang="es-MX" sz="1200" b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 smtClean="0">
                          <a:effectLst/>
                        </a:rPr>
                        <a:t>Mtra. </a:t>
                      </a:r>
                      <a:r>
                        <a:rPr lang="es-MX" sz="1200" kern="1200" dirty="0" err="1" smtClean="0">
                          <a:effectLst/>
                        </a:rPr>
                        <a:t>Lesvia</a:t>
                      </a:r>
                      <a:r>
                        <a:rPr lang="es-MX" sz="1200" kern="1200" dirty="0" smtClean="0">
                          <a:effectLst/>
                        </a:rPr>
                        <a:t> Olivia Rosas Carrasco </a:t>
                      </a:r>
                      <a:r>
                        <a:rPr lang="es-MX" sz="1200" b="0" kern="1200" dirty="0" smtClean="0">
                          <a:effectLst/>
                        </a:rPr>
                        <a:t>(Confirmado)</a:t>
                      </a:r>
                      <a:endParaRPr lang="es-MX" sz="12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Mtro. Ildefonso Ruíz </a:t>
                      </a:r>
                      <a:r>
                        <a:rPr lang="es-MX" sz="12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Benítez (Confirmado)</a:t>
                      </a:r>
                      <a:endParaRPr lang="es-MX" sz="12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437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Especialista en Educación indígena</a:t>
                      </a:r>
                    </a:p>
                    <a:p>
                      <a:pPr algn="ctr"/>
                      <a:r>
                        <a:rPr lang="es-MX" sz="1100" dirty="0" smtClean="0"/>
                        <a:t>Docente jubilado en Oaxaca</a:t>
                      </a:r>
                    </a:p>
                    <a:p>
                      <a:pPr algn="ctr"/>
                      <a:r>
                        <a:rPr lang="es-MX" sz="1100" dirty="0" smtClean="0"/>
                        <a:t>Hablante de lengua </a:t>
                      </a:r>
                      <a:r>
                        <a:rPr lang="es-MX" sz="1100" dirty="0" err="1" smtClean="0"/>
                        <a:t>Triqui</a:t>
                      </a:r>
                      <a:endParaRPr lang="es-MX" sz="1100" dirty="0" smtClean="0"/>
                    </a:p>
                    <a:p>
                      <a:pPr algn="ctr"/>
                      <a:r>
                        <a:rPr lang="es-MX" sz="1100" dirty="0" smtClean="0"/>
                        <a:t>Ha colaborado en</a:t>
                      </a:r>
                      <a:r>
                        <a:rPr lang="es-MX" sz="1100" baseline="0" dirty="0" smtClean="0"/>
                        <a:t> el INEE en la consulta Libre a pueblos indígenas.</a:t>
                      </a:r>
                      <a:endParaRPr lang="es-MX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kern="1200" dirty="0" smtClean="0">
                          <a:effectLst/>
                        </a:rPr>
                        <a:t>Especialista en Educación multigrado.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kern="1200" dirty="0" smtClean="0">
                          <a:effectLst/>
                        </a:rPr>
                        <a:t>Investigadora independiente.</a:t>
                      </a:r>
                      <a:endParaRPr lang="es-MX" sz="1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s-MX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Jefe de Departamento</a:t>
                      </a:r>
                      <a:r>
                        <a:rPr lang="es-MX" sz="1100" baseline="0" dirty="0" smtClean="0"/>
                        <a:t> de Investigación y Maestría de la Escuela Normal Superior “Prof. José E. Medrano R.”</a:t>
                      </a:r>
                    </a:p>
                    <a:p>
                      <a:pPr algn="ctr"/>
                      <a:r>
                        <a:rPr lang="es-MX" sz="1100" baseline="0" dirty="0" smtClean="0"/>
                        <a:t>Mtro. de Práctica Pedagógica por la UPN-Chihuahua</a:t>
                      </a:r>
                    </a:p>
                    <a:p>
                      <a:pPr algn="ctr"/>
                      <a:r>
                        <a:rPr lang="es-MX" sz="1100" baseline="0" dirty="0" smtClean="0"/>
                        <a:t>Fundador de la modalidad Telesecundaria para sordos y del Programa Radiofónico Telesecundaria en Comunicación, en el Estado de Chihuahua.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106807"/>
                  </a:ext>
                </a:extLst>
              </a:tr>
            </a:tbl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1B6F-727C-426F-BBCD-0F396424D6D6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5402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564" y="1681317"/>
            <a:ext cx="5473600" cy="3754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5A90B-6683-3B48-BDE2-2FC3B7B8FF34}" type="slidenum">
              <a:rPr lang="es-ES_tradnl" smtClean="0"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9955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2848</Words>
  <Application>Microsoft Office PowerPoint</Application>
  <PresentationFormat>Panorámica</PresentationFormat>
  <Paragraphs>234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Propuesta de ajuste al modelo de evaluación de desempeño  </vt:lpstr>
      <vt:lpstr>Contenido</vt:lpstr>
      <vt:lpstr>1. Cambios a los instrumentos</vt:lpstr>
      <vt:lpstr>Etapa 1. Informe de responsabilidades profesionales (Educación indígena, Multigrado, Telesecundaria) </vt:lpstr>
      <vt:lpstr>Etapa 1. Informe de responsabilidades profesionales (Educación indígena, Multigrado, Telesecundaria) </vt:lpstr>
      <vt:lpstr>ETAPA 2. Proyecto de Enseñanza Momento 1. Desarrollo del Diagnóstico. (Educación indígena, Multigrado, Telesecundaria)  </vt:lpstr>
      <vt:lpstr>Momento 1. Elaboración de la Planeación.</vt:lpstr>
      <vt:lpstr>Momento 1. Elaboración de Planeación.   (Educación indígena, Multigrado) </vt:lpstr>
      <vt:lpstr>Momento 1. Elaboración de Planeación.  (Telesecundaria)</vt:lpstr>
      <vt:lpstr>Momento 2. Intervención (Educación indígena, Multigrado)</vt:lpstr>
      <vt:lpstr>Momento 2. Intervención (Telesecundaria)</vt:lpstr>
      <vt:lpstr>Momento 2. Evidencias de su práctica. </vt:lpstr>
      <vt:lpstr>Momento 3. Reflexión sobre la práctica</vt:lpstr>
      <vt:lpstr>Etapa 3. Examen de conocimientos didácticos y curriculares</vt:lpstr>
      <vt:lpstr>Etapa 3. Examen de conocimientos didácticos y curriculares</vt:lpstr>
      <vt:lpstr>Consideraciones sobre las modalidades y logísticas de aplicación y calificación</vt:lpstr>
      <vt:lpstr>Administración y aplicación de los instrumentos  (Educación indígena, Multigrado, Telesecundaria) </vt:lpstr>
      <vt:lpstr>Características del desarrollo de la Etapa 1 y Etapa 2</vt:lpstr>
      <vt:lpstr>Apoyos requeridos para la implementación</vt:lpstr>
      <vt:lpstr>Características evaluadores</vt:lpstr>
      <vt:lpstr>Proceso de revisión y validación del modelo de evaluación del desempeño</vt:lpstr>
      <vt:lpstr>Comité de especialistas  -Propuesta-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Propuesta de ajuste al modelo de evaluación de desempeño  3.1 Cambios a los instrumentos</dc:title>
  <dc:creator>Yolanda Edith Leyva Barajas</dc:creator>
  <cp:lastModifiedBy>Claudia Amanda Pena Garcia</cp:lastModifiedBy>
  <cp:revision>56</cp:revision>
  <cp:lastPrinted>2018-04-03T16:18:48Z</cp:lastPrinted>
  <dcterms:created xsi:type="dcterms:W3CDTF">2018-03-26T16:01:55Z</dcterms:created>
  <dcterms:modified xsi:type="dcterms:W3CDTF">2018-04-03T16:28:21Z</dcterms:modified>
</cp:coreProperties>
</file>